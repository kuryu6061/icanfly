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9f267164e7d41a3" /><Relationship Type="http://schemas.openxmlformats.org/officeDocument/2006/relationships/extended-properties" Target="/docProps/app.xml" Id="Rc1fbdb7ad95f45ce" /><Relationship Type="http://schemas.openxmlformats.org/officeDocument/2006/relationships/officeDocument" Target="/ppt/presentation.xml" Id="R4d4f68cd69ae425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0c8500b3df04dff"/>
  </p:sldMasterIdLst>
  <p:notesMasterIdLst>
    <p:notesMasterId xmlns:r="http://schemas.openxmlformats.org/officeDocument/2006/relationships" r:id="R90ecd6b6932546fc"/>
  </p:notesMasterIdLst>
  <p:sldIdLst>
    <p:sldId xmlns:r="http://schemas.openxmlformats.org/officeDocument/2006/relationships" id="256" r:id="R00cb60cb9ac942a5"/>
    <p:sldId xmlns:r="http://schemas.openxmlformats.org/officeDocument/2006/relationships" id="257" r:id="R8ffa6d056c224be0"/>
    <p:sldId xmlns:r="http://schemas.openxmlformats.org/officeDocument/2006/relationships" id="258" r:id="R33844447dd63488b"/>
    <p:sldId xmlns:r="http://schemas.openxmlformats.org/officeDocument/2006/relationships" id="259" r:id="Rb62fdaeeff41473c"/>
    <p:sldId xmlns:r="http://schemas.openxmlformats.org/officeDocument/2006/relationships" id="260" r:id="Rf7ed0b01dca149d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e6023844f51421d" /><Relationship Type="http://schemas.openxmlformats.org/officeDocument/2006/relationships/slideMaster" Target="/ppt/slideMasters/slideMaster1.xml" Id="R30c8500b3df04dff" /><Relationship Type="http://schemas.openxmlformats.org/officeDocument/2006/relationships/notesMaster" Target="/ppt/notesMasters/notesMaster1.xml" Id="R90ecd6b6932546fc" /><Relationship Type="http://schemas.openxmlformats.org/officeDocument/2006/relationships/presProps" Target="/ppt/presProps.xml" Id="Rcce034c3fc48447b" /><Relationship Type="http://schemas.openxmlformats.org/officeDocument/2006/relationships/tableStyles" Target="/ppt/tableStyles.xml" Id="Rcbca73f9d689474c" /><Relationship Type="http://schemas.openxmlformats.org/officeDocument/2006/relationships/slide" Target="/ppt/slides/slide1.xml" Id="R00cb60cb9ac942a5" /><Relationship Type="http://schemas.openxmlformats.org/officeDocument/2006/relationships/slide" Target="/ppt/slides/slide2.xml" Id="R8ffa6d056c224be0" /><Relationship Type="http://schemas.openxmlformats.org/officeDocument/2006/relationships/slide" Target="/ppt/slides/slide3.xml" Id="R33844447dd63488b" /><Relationship Type="http://schemas.openxmlformats.org/officeDocument/2006/relationships/slide" Target="/ppt/slides/slide4.xml" Id="Rb62fdaeeff41473c" /><Relationship Type="http://schemas.openxmlformats.org/officeDocument/2006/relationships/slide" Target="/ppt/slides/slide5.xml" Id="Rf7ed0b01dca149d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01505efe20f411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e530ef3aa0949a6" /><Relationship Type="http://schemas.openxmlformats.org/officeDocument/2006/relationships/notesMaster" Target="/ppt/notesMasters/notesMaster1.xml" Id="Rc8b9300ca94a47e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73c2d7e87e04b7e" /><Relationship Type="http://schemas.openxmlformats.org/officeDocument/2006/relationships/notesMaster" Target="/ppt/notesMasters/notesMaster1.xml" Id="R348140b59e5645e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dec8811edc64f5b" /><Relationship Type="http://schemas.openxmlformats.org/officeDocument/2006/relationships/notesMaster" Target="/ppt/notesMasters/notesMaster1.xml" Id="R6bc2f231710d4ca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e7277820eb94f9b" /><Relationship Type="http://schemas.openxmlformats.org/officeDocument/2006/relationships/notesMaster" Target="/ppt/notesMasters/notesMaster1.xml" Id="R2277272a7a51482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319da44766845bf" /><Relationship Type="http://schemas.openxmlformats.org/officeDocument/2006/relationships/notesMaster" Target="/ppt/notesMasters/notesMaster1.xml" Id="Rf5290324614e463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화면 출처: C:/Users/Windows11/Desktop/icanfly/qa/i-can-fly-title.png</a:t>
            </a:r>
          </a:p>
          <a:p xmlns:a="http://schemas.openxmlformats.org/drawingml/2006/main">
            <a:r>
              <a:t>발표 구성 참고: D:/Download/project1_9월 30일 프로젝트1 발표 가이드.pdf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프로젝트 정보: C:/Users/Windows11/Desktop/icanfly/README.md</a:t>
            </a:r>
          </a:p>
          <a:p xmlns:a="http://schemas.openxmlformats.org/drawingml/2006/main">
            <a:r>
              <a:t>화면 출처: C:/Users/Windows11/Desktop/icanfly/qa/stages-desktop.png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화면 출처: C:/Users/Windows11/Desktop/icanfly/qa/presentation-gameplay.png</a:t>
            </a:r>
          </a:p>
          <a:p xmlns:a="http://schemas.openxmlformats.org/drawingml/2006/main">
            <a:r>
              <a:t>게임 규칙: C:/Users/Windows11/Desktop/icanfly/README.md</a:t>
            </a:r>
          </a:p>
          <a:p xmlns:a="http://schemas.openxmlformats.org/drawingml/2006/main">
            <a:r>
              <a:t>실제 플레이 화면을 크게 보여 주라는 발표 가이드를 반영함.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문제 해결 과정: C:/Users/Windows11/Desktop/icanfly/UPGRADE.md</a:t>
            </a:r>
          </a:p>
          <a:p xmlns:a="http://schemas.openxmlformats.org/drawingml/2006/main">
            <a:r>
              <a:t>검증 기록: C:/Users/Windows11/Desktop/icanfly/README.md</a:t>
            </a:r>
          </a:p>
          <a:p xmlns:a="http://schemas.openxmlformats.org/drawingml/2006/main">
            <a:r>
              <a:t>평가 항목의 AI 활용 과정은 발표 흐름을 방해하지 않도록 한 문장으로 축약함.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화면 출처: C:/Users/Windows11/Desktop/icanfly/qa/presentation-result.png</a:t>
            </a:r>
          </a:p>
          <a:p xmlns:a="http://schemas.openxmlformats.org/drawingml/2006/main">
            <a:r>
              <a:t>프로젝트 현황: C:/Users/Windows11/Desktop/icanfly/README.md</a:t>
            </a:r>
          </a:p>
          <a:p xmlns:a="http://schemas.openxmlformats.org/drawingml/2006/main">
            <a:r>
              <a:t>공개 배포 URL은 아직 확인되지 않아 자리표시자로 남김.</a:t>
            </a:r>
          </a:p>
          <a:p xmlns:a="http://schemas.openxmlformats.org/drawingml/2006/main">
            <a:r>
              <a:t>평가 항목 참고: D:/Download/project1_평가항목.pdf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f9e98f6c8e54a8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a98cc801ac24f21" /><Relationship Type="http://schemas.openxmlformats.org/officeDocument/2006/relationships/slideLayout" Target="/ppt/slideLayouts/slideLayout1.xml" Id="R4e6f0a3091f1429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e6f0a3091f1429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0fb723085a4427" /><Relationship Type="http://schemas.openxmlformats.org/officeDocument/2006/relationships/image" Target="/ppt/media/image.jpeg" Id="Reed915ab3b424351" /><Relationship Type="http://schemas.openxmlformats.org/officeDocument/2006/relationships/notesSlide" Target="/ppt/notesSlides/notesSlide1.xml" Id="Rcfbc3ad8e155468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4cf5049dd943bb" /><Relationship Type="http://schemas.openxmlformats.org/officeDocument/2006/relationships/image" Target="/ppt/media/image2.jpeg" Id="Rff8f0631e6894c09" /><Relationship Type="http://schemas.openxmlformats.org/officeDocument/2006/relationships/notesSlide" Target="/ppt/notesSlides/notesSlide2.xml" Id="Rd3a6e079ec154d7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61cf23191f4d9e" /><Relationship Type="http://schemas.openxmlformats.org/officeDocument/2006/relationships/image" Target="/ppt/media/image3.jpeg" Id="R7ed59a307ea74276" /><Relationship Type="http://schemas.openxmlformats.org/officeDocument/2006/relationships/notesSlide" Target="/ppt/notesSlides/notesSlide3.xml" Id="R096ea5f7b1a3452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da78b272524cf9" /><Relationship Type="http://schemas.openxmlformats.org/officeDocument/2006/relationships/notesSlide" Target="/ppt/notesSlides/notesSlide4.xml" Id="Rd5932de7d31f4df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b7d333e4f849d9" /><Relationship Type="http://schemas.openxmlformats.org/officeDocument/2006/relationships/image" Target="/ppt/media/image4.jpeg" Id="Ra59549250c024ef8" /><Relationship Type="http://schemas.openxmlformats.org/officeDocument/2006/relationships/notesSlide" Target="/ppt/notesSlides/notesSlide5.xml" Id="R77acffe2c3ad4489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d915ab3b42435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A42CFC-7EB8-45A1-A864-2B48D2263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5910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F2A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E15DAA-72CC-4972-9AA8-ABDF1D8B3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C983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3C7BCB-7567-40BC-A2A8-930D7595A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33425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2C983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E2C983"/>
                </a:solidFill>
                <a:latin typeface="Noto Sans KR"/>
                <a:ea typeface="Noto Sans KR"/>
                <a:cs typeface="Noto Sans KR"/>
              </a:rPr>
              <a:t>PROJECT 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FCF8E2-1B3F-43F4-B4FC-8315D0456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23975"/>
            <a:ext cx="314325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975" b="1">
                <a:solidFill>
                  <a:srgbClr val="F4EECF"/>
                </a:solidFill>
                <a:latin typeface="Noto Sans KR"/>
                <a:ea typeface="Noto Sans KR"/>
                <a:cs typeface="Noto Sans KR"/>
              </a:defRPr>
            </a:pPr>
            <a:r>
              <a:rPr sz="3975" b="1">
                <a:solidFill>
                  <a:srgbClr val="F4EECF"/>
                </a:solidFill>
                <a:latin typeface="Noto Sans KR"/>
                <a:ea typeface="Noto Sans KR"/>
                <a:cs typeface="Noto Sans KR"/>
              </a:rPr>
              <a:t>I CAN</a:t>
            </a:r>
          </a:p>
          <a:p xmlns:a="http://schemas.openxmlformats.org/drawingml/2006/main">
            <a:pPr algn="l">
              <a:defRPr sz="3975" b="1">
                <a:solidFill>
                  <a:srgbClr val="F4EECF"/>
                </a:solidFill>
                <a:latin typeface="Noto Sans KR"/>
                <a:ea typeface="Noto Sans KR"/>
                <a:cs typeface="Noto Sans KR"/>
              </a:defRPr>
            </a:pPr>
            <a:r>
              <a:rPr sz="3975" b="1">
                <a:solidFill>
                  <a:srgbClr val="F4EECF"/>
                </a:solidFill>
                <a:latin typeface="Noto Sans KR"/>
                <a:ea typeface="Noto Sans KR"/>
                <a:cs typeface="Noto Sans KR"/>
              </a:rPr>
              <a:t>FLY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26A281-763F-4697-8F2F-A427FAB71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43250"/>
            <a:ext cx="3333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ADDADC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1">
                <a:solidFill>
                  <a:srgbClr val="ADDADC"/>
                </a:solidFill>
                <a:latin typeface="Noto Sans KR"/>
                <a:ea typeface="Noto Sans KR"/>
                <a:cs typeface="Noto Sans KR"/>
              </a:rPr>
              <a:t>대포를 타고 숲을 건너는</a:t>
            </a:r>
          </a:p>
          <a:p xmlns:a="http://schemas.openxmlformats.org/drawingml/2006/main">
            <a:pPr algn="l">
              <a:defRPr sz="1725" b="1">
                <a:solidFill>
                  <a:srgbClr val="ADDADC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1">
                <a:solidFill>
                  <a:srgbClr val="ADDADC"/>
                </a:solidFill>
                <a:latin typeface="Noto Sans KR"/>
                <a:ea typeface="Noto Sans KR"/>
                <a:cs typeface="Noto Sans KR"/>
              </a:rPr>
              <a:t>원버튼 액션 퍼즐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13EE35-61F3-4E7C-9520-066B45159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371975"/>
            <a:ext cx="2876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C983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0C8BF0-8BBE-497C-B156-A5BBBE002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562475"/>
            <a:ext cx="304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4EECF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F4EECF"/>
                </a:solidFill>
                <a:latin typeface="Noto Sans KR"/>
                <a:ea typeface="Noto Sans KR"/>
                <a:cs typeface="Noto Sans KR"/>
              </a:rPr>
              <a:t>[학번]  [이름]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6756E7-6024-4634-B357-DC1D098D9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15025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E2C983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0">
                <a:solidFill>
                  <a:srgbClr val="E2C983"/>
                </a:solidFill>
                <a:latin typeface="Noto Sans KR"/>
                <a:ea typeface="Noto Sans KR"/>
                <a:cs typeface="Noto Sans KR"/>
              </a:rPr>
              <a:t>프로젝트 1 발표</a:t>
            </a:r>
          </a:p>
        </p:txBody>
      </p:sp>
    </p:spTree>
    <p:extLst>
      <p:ext uri="{BB962C8B-B14F-4D97-AF65-F5344CB8AC3E}">
        <p14:creationId xmlns:p14="http://schemas.microsoft.com/office/powerpoint/2010/main" val="189446714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9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4DC120F-F7FF-465A-B785-8431BACE3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F2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2CCB81-3DC9-4D84-9BBD-15A63B881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0500"/>
            <a:ext cx="428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2C983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E2C983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4201C1-1809-4110-9CAA-CE60A7DE5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14300"/>
            <a:ext cx="857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4EECF"/>
                </a:solidFill>
                <a:latin typeface="Noto Sans KR"/>
                <a:ea typeface="Noto Sans KR"/>
                <a:cs typeface="Noto Sans KR"/>
              </a:defRPr>
            </a:pPr>
            <a:r>
              <a:rPr sz="2400" b="1">
                <a:solidFill>
                  <a:srgbClr val="F4EECF"/>
                </a:solidFill>
                <a:latin typeface="Noto Sans KR"/>
                <a:ea typeface="Noto Sans KR"/>
                <a:cs typeface="Noto Sans KR"/>
              </a:rPr>
              <a:t>게임 소개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A64111-9487-44DC-AD73-3F0A34B4D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515100"/>
            <a:ext cx="11353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C983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5F04A3-EA92-4214-BCA4-EC620B8D1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553200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70776B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1">
                <a:solidFill>
                  <a:srgbClr val="70776B"/>
                </a:solidFill>
                <a:latin typeface="Noto Sans KR"/>
                <a:ea typeface="Noto Sans KR"/>
                <a:cs typeface="Noto Sans KR"/>
              </a:rPr>
              <a:t>2 / 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6BAEF1-4469-4248-9B95-33277B468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71575"/>
            <a:ext cx="4810125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2F2A"/>
                </a:solidFill>
                <a:latin typeface="Noto Sans KR"/>
                <a:ea typeface="Noto Sans KR"/>
                <a:cs typeface="Noto Sans KR"/>
              </a:defRPr>
            </a:pPr>
            <a:r>
              <a:rPr sz="2100" b="1">
                <a:solidFill>
                  <a:srgbClr val="102F2A"/>
                </a:solidFill>
                <a:latin typeface="Noto Sans KR"/>
                <a:ea typeface="Noto Sans KR"/>
                <a:cs typeface="Noto Sans KR"/>
              </a:rPr>
              <a:t>회전하는 대포의 방향을 보고</a:t>
            </a:r>
          </a:p>
          <a:p xmlns:a="http://schemas.openxmlformats.org/drawingml/2006/main">
            <a:pPr algn="l">
              <a:defRPr sz="2100" b="1">
                <a:solidFill>
                  <a:srgbClr val="102F2A"/>
                </a:solidFill>
                <a:latin typeface="Noto Sans KR"/>
                <a:ea typeface="Noto Sans KR"/>
                <a:cs typeface="Noto Sans KR"/>
              </a:defRPr>
            </a:pPr>
            <a:r>
              <a:rPr sz="2100" b="1">
                <a:solidFill>
                  <a:srgbClr val="102F2A"/>
                </a:solidFill>
                <a:latin typeface="Noto Sans KR"/>
                <a:ea typeface="Noto Sans KR"/>
                <a:cs typeface="Noto Sans KR"/>
              </a:rPr>
              <a:t>다음 대포까지 이어서 날아간다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13C0B1-60ED-465A-8DC1-55D069A0A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66975"/>
            <a:ext cx="95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9955E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D9955E"/>
                </a:solidFill>
                <a:latin typeface="Noto Sans KR"/>
                <a:ea typeface="Noto Sans KR"/>
                <a:cs typeface="Noto Sans KR"/>
              </a:rPr>
              <a:t>장르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04209C-7A95-42FF-8640-C38CDA078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466975"/>
            <a:ext cx="3476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342E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17342E"/>
                </a:solidFill>
                <a:latin typeface="Noto Sans KR"/>
                <a:ea typeface="Noto Sans KR"/>
                <a:cs typeface="Noto Sans KR"/>
              </a:rPr>
              <a:t>원버튼 액션 퍼즐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3A47B1-E146-4B01-BBFB-EB83CDA17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933700"/>
            <a:ext cx="4495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0B7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0B4EF9-1BB4-426C-B783-4E9F0EDDA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90875"/>
            <a:ext cx="95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9955E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D9955E"/>
                </a:solidFill>
                <a:latin typeface="Noto Sans KR"/>
                <a:ea typeface="Noto Sans KR"/>
                <a:cs typeface="Noto Sans KR"/>
              </a:rPr>
              <a:t>조작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B7EF35-559F-4F01-939D-4918D16BB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190875"/>
            <a:ext cx="3476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342E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17342E"/>
                </a:solidFill>
                <a:latin typeface="Noto Sans KR"/>
                <a:ea typeface="Noto Sans KR"/>
                <a:cs typeface="Noto Sans KR"/>
              </a:rPr>
              <a:t>Space 또는 화면 클릭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B54C19E-D55E-4991-9439-310D8A829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57600"/>
            <a:ext cx="4495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0B7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73B9E90-9E66-4875-8338-8FDB18ED3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914775"/>
            <a:ext cx="95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9955E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D9955E"/>
                </a:solidFill>
                <a:latin typeface="Noto Sans KR"/>
                <a:ea typeface="Noto Sans KR"/>
                <a:cs typeface="Noto Sans KR"/>
              </a:rPr>
              <a:t>구성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C4AE1ED-F0D6-4663-8570-9E2558AC4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914775"/>
            <a:ext cx="3476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342E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17342E"/>
                </a:solidFill>
                <a:latin typeface="Noto Sans KR"/>
                <a:ea typeface="Noto Sans KR"/>
                <a:cs typeface="Noto Sans KR"/>
              </a:rPr>
              <a:t>11개 스테이지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DF4DDC0-669D-4E4F-B838-D8EA1F929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381500"/>
            <a:ext cx="4495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0B7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ABA8A12-7868-4C0E-81FA-017649BAB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638675"/>
            <a:ext cx="95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9955E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D9955E"/>
                </a:solidFill>
                <a:latin typeface="Noto Sans KR"/>
                <a:ea typeface="Noto Sans KR"/>
                <a:cs typeface="Noto Sans KR"/>
              </a:rPr>
              <a:t>목표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4593E82-238A-4AA2-A719-63ACE3E64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638675"/>
            <a:ext cx="3476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342E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17342E"/>
                </a:solidFill>
                <a:latin typeface="Noto Sans KR"/>
                <a:ea typeface="Noto Sans KR"/>
                <a:cs typeface="Noto Sans KR"/>
              </a:rPr>
              <a:t>별을 모으고 집에 도착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CDF7E1E-6FE4-4AF8-99C8-52877E384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105400"/>
            <a:ext cx="4495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0B7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0D1326B-60B7-44D1-95CC-0E5CCC934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1104900"/>
            <a:ext cx="5857875" cy="4857750"/>
          </a:xfrm>
          <a:prstGeom xmlns:a="http://schemas.openxmlformats.org/drawingml/2006/main" prst="roundRect">
            <a:avLst>
              <a:gd name="adj" fmla="val 1569"/>
            </a:avLst>
          </a:prstGeom>
          <a:solidFill xmlns:a="http://schemas.openxmlformats.org/drawingml/2006/main">
            <a:srgbClr val="1B4339"/>
          </a:solidFill>
          <a:ln xmlns:a="http://schemas.openxmlformats.org/drawingml/2006/main" w="0">
            <a:noFill/>
          </a:ln>
        </p:spPr>
      </p:sp>
      <p:pic>
        <p:nvPicPr>
          <p:cNvPr id="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8f0631e6894c09"/>
          <a:srcRect xmlns:a="http://schemas.openxmlformats.org/drawingml/2006/main" l="11998" t="0" r="1199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876925" y="1219200"/>
            <a:ext cx="5629275" cy="46291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782837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02F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99669F-96AB-4E2F-8D73-B0A0654FD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0500"/>
            <a:ext cx="428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2C983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E2C983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AA8F2A-0540-40B6-A9AE-09B96A70B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14300"/>
            <a:ext cx="857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4EECF"/>
                </a:solidFill>
                <a:latin typeface="Noto Sans KR"/>
                <a:ea typeface="Noto Sans KR"/>
                <a:cs typeface="Noto Sans KR"/>
              </a:defRPr>
            </a:pPr>
            <a:r>
              <a:rPr sz="2400" b="1">
                <a:solidFill>
                  <a:srgbClr val="F4EECF"/>
                </a:solidFill>
                <a:latin typeface="Noto Sans KR"/>
                <a:ea typeface="Noto Sans KR"/>
                <a:cs typeface="Noto Sans KR"/>
              </a:rPr>
              <a:t>실제 플레이와 핵심 방식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ed59a307ea74276"/>
          <a:stretch xmlns:a="http://schemas.openxmlformats.org/drawingml/2006/main"/>
        </p:blipFill>
        <p:spPr>
          <a:xfrm xmlns:a="http://schemas.openxmlformats.org/drawingml/2006/main">
            <a:off x="1557867" y="781050"/>
            <a:ext cx="9076267" cy="51054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31FD88-6F58-4B5C-A147-87682D3F5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6029325"/>
            <a:ext cx="2381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4EECF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F4EECF"/>
                </a:solidFill>
                <a:latin typeface="Noto Sans KR"/>
                <a:ea typeface="Noto Sans KR"/>
                <a:cs typeface="Noto Sans KR"/>
              </a:rPr>
              <a:t>1  방향 확인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57995B-2C72-41A8-8338-F666EB3EA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6191250"/>
            <a:ext cx="4381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55E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6629FF-F3C3-45CF-90B8-7A837691E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6029325"/>
            <a:ext cx="2381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E2C983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E2C983"/>
                </a:solidFill>
                <a:latin typeface="Noto Sans KR"/>
                <a:ea typeface="Noto Sans KR"/>
                <a:cs typeface="Noto Sans KR"/>
              </a:rPr>
              <a:t>2  Space / 클릭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7F099F-C26A-446C-9558-8936DFF0C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6191250"/>
            <a:ext cx="4381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55E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459173-4A60-43B8-8888-24EAD3832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029325"/>
            <a:ext cx="2381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4EECF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F4EECF"/>
                </a:solidFill>
                <a:latin typeface="Noto Sans KR"/>
                <a:ea typeface="Noto Sans KR"/>
                <a:cs typeface="Noto Sans KR"/>
              </a:rPr>
              <a:t>3  다음 대포 연결</a:t>
            </a:r>
          </a:p>
        </p:txBody>
      </p:sp>
    </p:spTree>
    <p:extLst>
      <p:ext uri="{BB962C8B-B14F-4D97-AF65-F5344CB8AC3E}">
        <p14:creationId xmlns:p14="http://schemas.microsoft.com/office/powerpoint/2010/main" val="42035544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9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926E2C5-670B-464F-98D5-68CB62052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F2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165564-1D76-4823-AF2B-670002AED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0500"/>
            <a:ext cx="428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2C983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E2C983"/>
                </a:solidFill>
                <a:latin typeface="Noto Sans KR"/>
                <a:ea typeface="Noto Sans KR"/>
                <a:cs typeface="Noto Sans KR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0C3212-5853-4C36-BBEE-A9D58B060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14300"/>
            <a:ext cx="857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4EECF"/>
                </a:solidFill>
                <a:latin typeface="Noto Sans KR"/>
                <a:ea typeface="Noto Sans KR"/>
                <a:cs typeface="Noto Sans KR"/>
              </a:defRPr>
            </a:pPr>
            <a:r>
              <a:rPr sz="2400" b="1">
                <a:solidFill>
                  <a:srgbClr val="F4EECF"/>
                </a:solidFill>
                <a:latin typeface="Noto Sans KR"/>
                <a:ea typeface="Noto Sans KR"/>
                <a:cs typeface="Noto Sans KR"/>
              </a:rPr>
              <a:t>개발 중 문제와 해결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AB3B9B-5D7C-41C4-977E-85AFA8BB3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515100"/>
            <a:ext cx="11353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C983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8F29B7-4290-466B-A1F8-3806D13FD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553200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70776B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1">
                <a:solidFill>
                  <a:srgbClr val="70776B"/>
                </a:solidFill>
                <a:latin typeface="Noto Sans KR"/>
                <a:ea typeface="Noto Sans KR"/>
                <a:cs typeface="Noto Sans KR"/>
              </a:rPr>
              <a:t>4 / 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55D035-F6ED-4543-BCF4-D23D8074D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52525"/>
            <a:ext cx="4476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CB665B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1">
                <a:solidFill>
                  <a:srgbClr val="CB665B"/>
                </a:solidFill>
                <a:latin typeface="Noto Sans KR"/>
                <a:ea typeface="Noto Sans KR"/>
                <a:cs typeface="Noto Sans KR"/>
              </a:rPr>
              <a:t>문제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A2F62D-145B-4F16-85BC-E2CF2A4BD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71650"/>
            <a:ext cx="4619625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342E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7342E"/>
                </a:solidFill>
                <a:latin typeface="Noto Sans KR"/>
                <a:ea typeface="Noto Sans KR"/>
                <a:cs typeface="Noto Sans KR"/>
              </a:rPr>
              <a:t>대포는 45° 또는 90°로만 회전하는데</a:t>
            </a:r>
          </a:p>
          <a:p xmlns:a="http://schemas.openxmlformats.org/drawingml/2006/main">
            <a:pPr algn="l">
              <a:defRPr sz="1650" b="1">
                <a:solidFill>
                  <a:srgbClr val="17342E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7342E"/>
                </a:solidFill>
                <a:latin typeface="Noto Sans KR"/>
                <a:ea typeface="Noto Sans KR"/>
                <a:cs typeface="Noto Sans KR"/>
              </a:rPr>
              <a:t>다음 대포와 통로가 그 각도에 맞지 않아</a:t>
            </a:r>
          </a:p>
          <a:p xmlns:a="http://schemas.openxmlformats.org/drawingml/2006/main">
            <a:pPr algn="l">
              <a:defRPr sz="1650" b="1">
                <a:solidFill>
                  <a:srgbClr val="17342E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7342E"/>
                </a:solidFill>
                <a:latin typeface="Noto Sans KR"/>
                <a:ea typeface="Noto Sans KR"/>
                <a:cs typeface="Noto Sans KR"/>
              </a:rPr>
              <a:t>진행할 수 없는 맵이 생겼다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5B3E2B-F5C2-4D79-B8D5-CC0FE88D2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33775"/>
            <a:ext cx="4714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665B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F8BCAE-6F24-4F80-B287-A07C5CF7B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19525"/>
            <a:ext cx="44005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CB665B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CB665B"/>
                </a:solidFill>
                <a:latin typeface="Noto Sans KR"/>
                <a:ea typeface="Noto Sans KR"/>
                <a:cs typeface="Noto Sans KR"/>
              </a:rPr>
              <a:t>출발  ●     ╱     ○  다음 대포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8D1843-BC96-45EF-B8B4-BBC9AC12C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066800"/>
            <a:ext cx="28575" cy="425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C983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45837A-6631-4AD2-93BC-677378084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1152525"/>
            <a:ext cx="4476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789A5C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1">
                <a:solidFill>
                  <a:srgbClr val="789A5C"/>
                </a:solidFill>
                <a:latin typeface="Noto Sans KR"/>
                <a:ea typeface="Noto Sans KR"/>
                <a:cs typeface="Noto Sans KR"/>
              </a:rPr>
              <a:t>해결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D8A21A-C73D-4052-9D5A-112395522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1771650"/>
            <a:ext cx="4572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342E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7342E"/>
                </a:solidFill>
                <a:latin typeface="Noto Sans KR"/>
                <a:ea typeface="Noto Sans KR"/>
                <a:cs typeface="Noto Sans KR"/>
              </a:rPr>
              <a:t>45° / 90° 격자에 대포를 배치하고</a:t>
            </a:r>
          </a:p>
          <a:p xmlns:a="http://schemas.openxmlformats.org/drawingml/2006/main">
            <a:pPr algn="l">
              <a:defRPr sz="1650" b="1">
                <a:solidFill>
                  <a:srgbClr val="17342E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7342E"/>
                </a:solidFill>
                <a:latin typeface="Noto Sans KR"/>
                <a:ea typeface="Noto Sans KR"/>
                <a:cs typeface="Noto Sans KR"/>
              </a:rPr>
              <a:t>실제 비행선에 맞춰 통로를 열었다</a:t>
            </a:r>
          </a:p>
          <a:p xmlns:a="http://schemas.openxmlformats.org/drawingml/2006/main">
            <a:pPr algn="l">
              <a:defRPr sz="1650" b="1">
                <a:solidFill>
                  <a:srgbClr val="17342E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7342E"/>
                </a:solidFill>
                <a:latin typeface="Noto Sans KR"/>
                <a:ea typeface="Noto Sans KR"/>
                <a:cs typeface="Noto Sans KR"/>
              </a:rPr>
              <a:t>도달 불가능한 맵은 검증기에서 제외했다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D9BDD4A-C09E-407E-808A-22B906884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533775"/>
            <a:ext cx="4714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9A5C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772E5AC-66F5-4732-AE8D-BB5D86E72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819525"/>
            <a:ext cx="44005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02F2A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102F2A"/>
                </a:solidFill>
                <a:latin typeface="Noto Sans KR"/>
                <a:ea typeface="Noto Sans KR"/>
                <a:cs typeface="Noto Sans KR"/>
              </a:rPr>
              <a:t>출발  ● ───────── ○  다음 대포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3A0F6C6-33C8-4A53-92F2-D55E88BE7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67350"/>
            <a:ext cx="10668000" cy="638175"/>
          </a:xfrm>
          <a:prstGeom xmlns:a="http://schemas.openxmlformats.org/drawingml/2006/main" prst="roundRect">
            <a:avLst>
              <a:gd name="adj" fmla="val 11940"/>
            </a:avLst>
          </a:prstGeom>
          <a:solidFill xmlns:a="http://schemas.openxmlformats.org/drawingml/2006/main">
            <a:srgbClr val="F4EECF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3B47D84-F512-414C-83D7-475BFD84E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591175"/>
            <a:ext cx="1009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342E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17342E"/>
                </a:solidFill>
                <a:latin typeface="Noto Sans KR"/>
                <a:ea typeface="Noto Sans KR"/>
                <a:cs typeface="Noto Sans KR"/>
              </a:rPr>
              <a:t>AI는 코드 초안과 검증 보조에 사용했고, 실행 결과를 확인한 뒤 직접 수정했다.</a:t>
            </a:r>
          </a:p>
        </p:txBody>
      </p:sp>
    </p:spTree>
    <p:extLst>
      <p:ext uri="{BB962C8B-B14F-4D97-AF65-F5344CB8AC3E}">
        <p14:creationId xmlns:p14="http://schemas.microsoft.com/office/powerpoint/2010/main" val="93361254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9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C9BC08E-BA5F-4C38-A02F-56139E6DB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F2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ADD0E1-38C1-4886-9DEB-8730EECCB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0500"/>
            <a:ext cx="428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2C983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E2C983"/>
                </a:solidFill>
                <a:latin typeface="Noto Sans KR"/>
                <a:ea typeface="Noto Sans KR"/>
                <a:cs typeface="Noto Sans KR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04848F-E31E-46B8-9E09-BDC0E2C26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14300"/>
            <a:ext cx="857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4EECF"/>
                </a:solidFill>
                <a:latin typeface="Noto Sans KR"/>
                <a:ea typeface="Noto Sans KR"/>
                <a:cs typeface="Noto Sans KR"/>
              </a:defRPr>
            </a:pPr>
            <a:r>
              <a:rPr sz="2400" b="1">
                <a:solidFill>
                  <a:srgbClr val="F4EECF"/>
                </a:solidFill>
                <a:latin typeface="Noto Sans KR"/>
                <a:ea typeface="Noto Sans KR"/>
                <a:cs typeface="Noto Sans KR"/>
              </a:rPr>
              <a:t>결과와 남은 작업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CF3AE2-B02C-45DA-845E-B6F0BA46D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515100"/>
            <a:ext cx="11353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C983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185608-D1F8-4EEF-8188-F61C6C05B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553200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70776B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1">
                <a:solidFill>
                  <a:srgbClr val="70776B"/>
                </a:solidFill>
                <a:latin typeface="Noto Sans KR"/>
                <a:ea typeface="Noto Sans KR"/>
                <a:cs typeface="Noto Sans KR"/>
              </a:rPr>
              <a:t>5 / 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5D563C-3735-4F5B-BBBB-F2D0535EB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066800"/>
            <a:ext cx="7086600" cy="4705350"/>
          </a:xfrm>
          <a:prstGeom xmlns:a="http://schemas.openxmlformats.org/drawingml/2006/main" prst="roundRect">
            <a:avLst>
              <a:gd name="adj" fmla="val 1619"/>
            </a:avLst>
          </a:prstGeom>
          <a:solidFill xmlns:a="http://schemas.openxmlformats.org/drawingml/2006/main">
            <a:srgbClr val="1B4339"/>
          </a:solidFill>
          <a:ln xmlns:a="http://schemas.openxmlformats.org/drawingml/2006/main" w="0">
            <a:noFill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9549250c024ef8"/>
          <a:srcRect xmlns:a="http://schemas.openxmlformats.org/drawingml/2006/main" l="6915" t="0" r="691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1181100"/>
            <a:ext cx="6858000" cy="44767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CD7656-1171-4AAB-AE14-4147931E1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162050"/>
            <a:ext cx="304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789A5C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789A5C"/>
                </a:solidFill>
                <a:latin typeface="Noto Sans KR"/>
                <a:ea typeface="Noto Sans KR"/>
                <a:cs typeface="Noto Sans KR"/>
              </a:rPr>
              <a:t>완료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9CB8ED-AD95-4A47-B72A-F089FFEB0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647825"/>
            <a:ext cx="3286125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342E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17342E"/>
                </a:solidFill>
                <a:latin typeface="Noto Sans KR"/>
                <a:ea typeface="Noto Sans KR"/>
                <a:cs typeface="Noto Sans KR"/>
              </a:rPr>
              <a:t>웹 브라우저에서 실행</a:t>
            </a:r>
          </a:p>
          <a:p xmlns:a="http://schemas.openxmlformats.org/drawingml/2006/main">
            <a:pPr algn="l">
              <a:defRPr sz="1500" b="1">
                <a:solidFill>
                  <a:srgbClr val="17342E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17342E"/>
                </a:solidFill>
                <a:latin typeface="Noto Sans KR"/>
                <a:ea typeface="Noto Sans KR"/>
                <a:cs typeface="Noto Sans KR"/>
              </a:rPr>
              <a:t>11개 스테이지 플레이 가능</a:t>
            </a:r>
          </a:p>
          <a:p xmlns:a="http://schemas.openxmlformats.org/drawingml/2006/main">
            <a:pPr algn="l">
              <a:defRPr sz="1500" b="1">
                <a:solidFill>
                  <a:srgbClr val="17342E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17342E"/>
                </a:solidFill>
                <a:latin typeface="Noto Sans KR"/>
                <a:ea typeface="Noto Sans KR"/>
                <a:cs typeface="Noto Sans KR"/>
              </a:rPr>
              <a:t>경로와 별 획득 자동 검증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BC93D3-CD16-4166-91A9-36B384028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190875"/>
            <a:ext cx="304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D9955E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D9955E"/>
                </a:solidFill>
                <a:latin typeface="Noto Sans KR"/>
                <a:ea typeface="Noto Sans KR"/>
                <a:cs typeface="Noto Sans KR"/>
              </a:rPr>
              <a:t>남은 작업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345DDA-40C9-4A45-8569-4F4B81F62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676650"/>
            <a:ext cx="3286125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342E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17342E"/>
                </a:solidFill>
                <a:latin typeface="Noto Sans KR"/>
                <a:ea typeface="Noto Sans KR"/>
                <a:cs typeface="Noto Sans KR"/>
              </a:rPr>
              <a:t>공개 URL 배포</a:t>
            </a:r>
          </a:p>
          <a:p xmlns:a="http://schemas.openxmlformats.org/drawingml/2006/main">
            <a:pPr algn="l">
              <a:defRPr sz="1500" b="1">
                <a:solidFill>
                  <a:srgbClr val="17342E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17342E"/>
                </a:solidFill>
                <a:latin typeface="Noto Sans KR"/>
                <a:ea typeface="Noto Sans KR"/>
                <a:cs typeface="Noto Sans KR"/>
              </a:rPr>
              <a:t>QR 코드 추가</a:t>
            </a:r>
          </a:p>
          <a:p xmlns:a="http://schemas.openxmlformats.org/drawingml/2006/main">
            <a:pPr algn="l">
              <a:defRPr sz="1500" b="1">
                <a:solidFill>
                  <a:srgbClr val="17342E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17342E"/>
                </a:solidFill>
                <a:latin typeface="Noto Sans KR"/>
                <a:ea typeface="Noto Sans KR"/>
                <a:cs typeface="Noto Sans KR"/>
              </a:rPr>
              <a:t>실제 플레이어 난이도 확인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83913A9-AFDD-47BB-83B4-89957F1E2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5124450"/>
            <a:ext cx="35052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4EECF"/>
          </a:solidFill>
          <a:ln xmlns:a="http://schemas.openxmlformats.org/drawingml/2006/main" w="19050">
            <a:solidFill>
              <a:srgbClr val="E2C983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33C9C37-52A9-4372-A53C-F69845D83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5257800"/>
            <a:ext cx="3124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70776B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70776B"/>
                </a:solidFill>
                <a:latin typeface="Noto Sans KR"/>
                <a:ea typeface="Noto Sans KR"/>
                <a:cs typeface="Noto Sans KR"/>
              </a:rPr>
              <a:t>배포 URL / QR 추가</a:t>
            </a:r>
          </a:p>
        </p:txBody>
      </p:sp>
    </p:spTree>
    <p:extLst>
      <p:ext uri="{BB962C8B-B14F-4D97-AF65-F5344CB8AC3E}">
        <p14:creationId xmlns:p14="http://schemas.microsoft.com/office/powerpoint/2010/main" val="7175893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2026-09-29T03:25:27.1280000Z</dcterms:created>
  <dcterms:modified xsi:type="dcterms:W3CDTF">2026-09-29T03:25:27.1280000Z</dcterms:modified>
</coreProperties>
</file>