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5341d4acf45d1" /><Relationship Type="http://schemas.openxmlformats.org/officeDocument/2006/relationships/extended-properties" Target="/docProps/app.xml" Id="R360d83ad67bd4a32" /><Relationship Type="http://schemas.openxmlformats.org/officeDocument/2006/relationships/officeDocument" Target="/ppt/presentation.xml" Id="R39f7e99877c8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17e5f0f7f4fd3"/>
  </p:sldMasterIdLst>
  <p:notesMasterIdLst>
    <p:notesMasterId xmlns:r="http://schemas.openxmlformats.org/officeDocument/2006/relationships" r:id="R63b6ae94637f4e29"/>
  </p:notesMasterIdLst>
  <p:sldIdLst>
    <p:sldId xmlns:r="http://schemas.openxmlformats.org/officeDocument/2006/relationships" id="256" r:id="Rb11974b27ae145a0"/>
    <p:sldId xmlns:r="http://schemas.openxmlformats.org/officeDocument/2006/relationships" id="257" r:id="R3224fac2cc6349af"/>
    <p:sldId xmlns:r="http://schemas.openxmlformats.org/officeDocument/2006/relationships" id="258" r:id="R700f7a96b1d44bd0"/>
    <p:sldId xmlns:r="http://schemas.openxmlformats.org/officeDocument/2006/relationships" id="259" r:id="Rb10c3706dde54086"/>
    <p:sldId xmlns:r="http://schemas.openxmlformats.org/officeDocument/2006/relationships" id="260" r:id="Rf2bba923f8ed4f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8fac997154b7c" /><Relationship Type="http://schemas.openxmlformats.org/officeDocument/2006/relationships/slideMaster" Target="/ppt/slideMasters/slideMaster1.xml" Id="R05a17e5f0f7f4fd3" /><Relationship Type="http://schemas.openxmlformats.org/officeDocument/2006/relationships/notesMaster" Target="/ppt/notesMasters/notesMaster1.xml" Id="R63b6ae94637f4e29" /><Relationship Type="http://schemas.openxmlformats.org/officeDocument/2006/relationships/presProps" Target="/ppt/presProps.xml" Id="R6b27c8bd1e0047dd" /><Relationship Type="http://schemas.openxmlformats.org/officeDocument/2006/relationships/tableStyles" Target="/ppt/tableStyles.xml" Id="R80016c8b4d7146f6" /><Relationship Type="http://schemas.openxmlformats.org/officeDocument/2006/relationships/slide" Target="/ppt/slides/slide1.xml" Id="Rb11974b27ae145a0" /><Relationship Type="http://schemas.openxmlformats.org/officeDocument/2006/relationships/slide" Target="/ppt/slides/slide2.xml" Id="R3224fac2cc6349af" /><Relationship Type="http://schemas.openxmlformats.org/officeDocument/2006/relationships/slide" Target="/ppt/slides/slide3.xml" Id="R700f7a96b1d44bd0" /><Relationship Type="http://schemas.openxmlformats.org/officeDocument/2006/relationships/slide" Target="/ppt/slides/slide4.xml" Id="Rb10c3706dde54086" /><Relationship Type="http://schemas.openxmlformats.org/officeDocument/2006/relationships/slide" Target="/ppt/slides/slide5.xml" Id="Rf2bba923f8ed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fb435abc440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d44b7aee4498b" /><Relationship Type="http://schemas.openxmlformats.org/officeDocument/2006/relationships/notesMaster" Target="/ppt/notesMasters/notesMaster1.xml" Id="R032f623a99934b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93268cd7c5458b" /><Relationship Type="http://schemas.openxmlformats.org/officeDocument/2006/relationships/notesMaster" Target="/ppt/notesMasters/notesMaster1.xml" Id="R34c020264cb94b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d3806a6738440a" /><Relationship Type="http://schemas.openxmlformats.org/officeDocument/2006/relationships/notesMaster" Target="/ppt/notesMasters/notesMaster1.xml" Id="Rfca5b6f997c94a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5ce95d9064ec9" /><Relationship Type="http://schemas.openxmlformats.org/officeDocument/2006/relationships/notesMaster" Target="/ppt/notesMasters/notesMaster1.xml" Id="Rf5737ea524d047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d1888e4ce4bc3" /><Relationship Type="http://schemas.openxmlformats.org/officeDocument/2006/relationships/notesMaster" Target="/ppt/notesMasters/notesMaster1.xml" Id="Rdf209d16f3e74f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C:/Users/Windows11/Desktop/icanfly/qa/i-can-fly-title.png</a:t>
            </a:r>
          </a:p>
          <a:p xmlns:a="http://schemas.openxmlformats.org/drawingml/2006/main">
            <a:r>
              <a:t>발표 구성 참고: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정보: C:/Users/Windows11/Desktop/icanfly/README.md</a:t>
            </a:r>
          </a:p>
          <a:p xmlns:a="http://schemas.openxmlformats.org/drawingml/2006/main">
            <a:r>
              <a:t>화면 출처: C:/Users/Windows11/Desktop/icanfly/qa/stages-desktop.png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C:/Users/Windows11/Desktop/icanfly/qa/presentation-gameplay.png</a:t>
            </a:r>
          </a:p>
          <a:p xmlns:a="http://schemas.openxmlformats.org/drawingml/2006/main">
            <a:r>
              <a:t>게임 규칙: C:/Users/Windows11/Desktop/icanfly/README.md</a:t>
            </a:r>
          </a:p>
          <a:p xmlns:a="http://schemas.openxmlformats.org/drawingml/2006/main">
            <a:r>
              <a:t>실제 플레이 화면을 크게 보여 주라는 발표 가이드를 반영함.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해결 과정: C:/Users/Windows11/Desktop/icanfly/UPGRADE.md</a:t>
            </a:r>
          </a:p>
          <a:p xmlns:a="http://schemas.openxmlformats.org/drawingml/2006/main">
            <a:r>
              <a:t>검증 기록: C:/Users/Windows11/Desktop/icanfly/README.md</a:t>
            </a:r>
          </a:p>
          <a:p xmlns:a="http://schemas.openxmlformats.org/drawingml/2006/main">
            <a:r>
              <a:t>평가 항목의 AI 활용 과정은 발표 흐름을 방해하지 않도록 한 문장으로 축약함.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C:/Users/Windows11/Desktop/icanfly/qa/presentation-result.png</a:t>
            </a:r>
          </a:p>
          <a:p xmlns:a="http://schemas.openxmlformats.org/drawingml/2006/main">
            <a:r>
              <a:t>프로젝트 현황: C:/Users/Windows11/Desktop/icanfly/README.md</a:t>
            </a:r>
          </a:p>
          <a:p xmlns:a="http://schemas.openxmlformats.org/drawingml/2006/main">
            <a:r>
              <a:t>공개 배포 URL은 아직 확인되지 않아 자리표시자로 남김.</a:t>
            </a:r>
          </a:p>
          <a:p xmlns:a="http://schemas.openxmlformats.org/drawingml/2006/main">
            <a:r>
              <a:t>평가 항목 참고: D:/Download/project1_평가항목.pdf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9590a504d4b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0b82a620847ee" /><Relationship Type="http://schemas.openxmlformats.org/officeDocument/2006/relationships/slideLayout" Target="/ppt/slideLayouts/slideLayout1.xml" Id="Rf5f4de72c31b46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f4de72c31b46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92ccf8d214305" /><Relationship Type="http://schemas.openxmlformats.org/officeDocument/2006/relationships/image" Target="/ppt/media/image.jpeg" Id="R6d56351b14434dfc" /><Relationship Type="http://schemas.openxmlformats.org/officeDocument/2006/relationships/notesSlide" Target="/ppt/notesSlides/notesSlide1.xml" Id="R889d05c411bc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7ed9325fe4799" /><Relationship Type="http://schemas.openxmlformats.org/officeDocument/2006/relationships/image" Target="/ppt/media/image2.jpeg" Id="Rb81ccdc9d6204c8d" /><Relationship Type="http://schemas.openxmlformats.org/officeDocument/2006/relationships/notesSlide" Target="/ppt/notesSlides/notesSlide2.xml" Id="Rac695718854a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afe8188074bb5" /><Relationship Type="http://schemas.openxmlformats.org/officeDocument/2006/relationships/image" Target="/ppt/media/image3.jpeg" Id="Rbf13f9137a0849a3" /><Relationship Type="http://schemas.openxmlformats.org/officeDocument/2006/relationships/notesSlide" Target="/ppt/notesSlides/notesSlide3.xml" Id="Re55ea546e881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40e2c3e8b4a6a" /><Relationship Type="http://schemas.openxmlformats.org/officeDocument/2006/relationships/notesSlide" Target="/ppt/notesSlides/notesSlide4.xml" Id="Rc240b09340a344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153263f964554" /><Relationship Type="http://schemas.openxmlformats.org/officeDocument/2006/relationships/image" Target="/ppt/media/image4.jpeg" Id="Rd59e099ed1804452" /><Relationship Type="http://schemas.openxmlformats.org/officeDocument/2006/relationships/notesSlide" Target="/ppt/notesSlides/notesSlide5.xml" Id="R64879b25534543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6351b14434d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AE466-AE82-4013-9CC0-35CF6BEF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9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329BB-7881-4A05-B509-AEBF27C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40B62-1354-47F6-937B-405A7AE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067A-4299-4D33-A557-88DF850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I CAN</a:t>
            </a:r>
          </a:p>
          <a:p xmlns:a="http://schemas.openxmlformats.org/drawingml/2006/main">
            <a:pPr algn="l">
              <a:def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FLY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9C0BF-7E58-40EF-B6D5-FE6C233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rPr>
              <a:t>대포를 타고 숲을 건너는</a:t>
            </a:r>
          </a:p>
          <a:p xmlns:a="http://schemas.openxmlformats.org/drawingml/2006/main">
            <a:pPr algn="l">
              <a:def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E7569-DBA0-4A48-94A7-390B2E3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07CAD-A5AE-43EB-AD42-0CBE75C2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624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202195021  서용준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42D16-39AA-41EE-80D3-4086CCBA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몰입형XR프로젝트</a:t>
            </a:r>
          </a:p>
        </p:txBody>
      </p:sp>
    </p:spTree>
    <p:extLst>
      <p:ext uri="{BB962C8B-B14F-4D97-AF65-F5344CB8AC3E}">
        <p14:creationId xmlns:p14="http://schemas.microsoft.com/office/powerpoint/2010/main" val="531053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12333-D6BA-40EE-A98E-B1D20F5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0E3B8-8E56-4A64-9347-D084213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BDA3B-63B6-4CE8-9183-0D12D86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게임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D657-7370-4307-A8DE-A4554690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DEFA-9127-41C4-9737-E642799C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0ADAE-9216-453D-8D15-4ABA2098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4810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회전하는 대포의 방향을 보고</a:t>
            </a:r>
          </a:p>
          <a:p xmlns:a="http://schemas.openxmlformats.org/drawingml/2006/main">
            <a:pPr algn="l">
              <a:def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다음 대포까지 이어서 날아간다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38FFD-3600-40FE-ACC1-F6BA1E63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장르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93CE5-D9D6-48C5-9F67-90C6BB7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669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6D4DE-5CE0-4A5D-8D65-3AC908F2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A9DCD-2674-415B-A4BC-92546CD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조작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95DE3-E3E7-4DA9-8314-91BE82EF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90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Space 또는 화면 클릭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4D1BC-F45B-4A2C-ADB1-561B8970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995FC-2922-484F-9C23-EAC37308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40816-A0A1-46A5-BFA8-91B0ACB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147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11개 스테이지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62928-D46E-4D21-BB48-D2F7A62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AB638-EDDA-4550-AA71-68A7AB3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13876-D748-40B3-96CE-9E9CED65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별을 모으고 집에 도착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77513-F19E-4664-8227-8F9A81F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72766-38A9-4285-81CC-DD76EE8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104900"/>
            <a:ext cx="58578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B4339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ccdc9d6204c8d"/>
          <a:stretch xmlns:a="http://schemas.openxmlformats.org/drawingml/2006/main"/>
        </p:blipFill>
        <p:spPr>
          <a:xfrm xmlns:a="http://schemas.openxmlformats.org/drawingml/2006/main">
            <a:off x="5876925" y="1774627"/>
            <a:ext cx="5629275" cy="35182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2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830AE-47DB-4C2B-8919-EC27C6DD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07498-F933-4CAD-8C0F-848C2D1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실제 플레이와 핵심 방식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3f9137a0849a3"/>
          <a:stretch xmlns:a="http://schemas.openxmlformats.org/drawingml/2006/main"/>
        </p:blipFill>
        <p:spPr>
          <a:xfrm xmlns:a="http://schemas.openxmlformats.org/drawingml/2006/main">
            <a:off x="1557867" y="781050"/>
            <a:ext cx="9076267" cy="5105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2023-A94B-4CF7-9109-A6A997FD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1  방향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06CB7-3C33-4B82-9B46-B9A309E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91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E2D3A-97DF-4B9A-9536-EEE9980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2  Space / 클릭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8B326-7F91-4A5B-A5D6-27616108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191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CE3E8-6E87-48B0-9163-3C134B03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3  다음 대포 연결</a:t>
            </a:r>
          </a:p>
        </p:txBody>
      </p:sp>
    </p:spTree>
    <p:extLst>
      <p:ext uri="{BB962C8B-B14F-4D97-AF65-F5344CB8AC3E}">
        <p14:creationId xmlns:p14="http://schemas.microsoft.com/office/powerpoint/2010/main" val="1520636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512AA-CB0A-4D28-B1D3-2568E779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EAB20-8E45-448F-9B4D-9DA12EC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0FA02-3A14-4A3B-987A-8B78BD25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개발 중 문제와 해결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62401-719F-42AA-8B1E-AFA0AD0E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191C-A6DB-4F0A-BA8E-D97140F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6E60F-8AFF-4F5D-96AC-84D76E2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2CFE8-F008-45A0-975E-6198813E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대포는 45° 또는 90°로만 회전하는데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다음 대포와 통로가 그 각도에 맞지 않아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진행할 수 없는 맵이 생겼다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1F378-C3DA-444B-BA74-0710402A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71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6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05F7D-4859-4E6B-83B9-BE469AA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rPr>
              <a:t>출발  ●     ╱     ○  다음 대포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C96C8-8E4C-43FF-B001-9AB9865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66800"/>
            <a:ext cx="28575" cy="425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B0492-C159-44AE-A3BC-2C26D5C2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1525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9A5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789A5C"/>
                </a:solidFill>
                <a:latin typeface="Noto Sans KR"/>
                <a:ea typeface="Noto Sans KR"/>
                <a:cs typeface="Noto Sans KR"/>
              </a:rPr>
              <a:t>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8C79E-15DD-40F3-9D5A-7F4716B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45° / 90° 격자에 대포를 배치하고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실제 비행선에 맞춰 통로를 열었다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도달 불가능한 맵은 검증기에서 제외했다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9FEDF-E94B-40EB-8272-D5A9A4F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71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A5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D6B2A-415E-43CE-A9E2-AE5EDCF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출발  ● ───────── ○  다음 대포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EA1B7-6C09-4FFD-BB76-760F3652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EE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8EE8F-CC95-4815-83D5-172F5441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911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AI는 코드 초안과 검증 보조에 사용했고, 실행 결과를 확인한 뒤 직접 수정했다.</a:t>
            </a:r>
          </a:p>
        </p:txBody>
      </p:sp>
    </p:spTree>
    <p:extLst>
      <p:ext uri="{BB962C8B-B14F-4D97-AF65-F5344CB8AC3E}">
        <p14:creationId xmlns:p14="http://schemas.microsoft.com/office/powerpoint/2010/main" val="1294124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04209-B60F-4A11-8885-86814E9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911EB-CE9E-4EC7-A808-D517114F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C5593-065D-4586-9ADF-720224BB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결과와 남은 작업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F1443-D31E-4543-AC96-D26C7E8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E3D56-621F-4E8B-9E7B-60C957F0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4B330-677C-4AC8-A87A-7568E0D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086600" cy="4705350"/>
          </a:xfrm>
          <a:prstGeom xmlns:a="http://schemas.openxmlformats.org/drawingml/2006/main" prst="roundRect">
            <a:avLst>
              <a:gd name="adj" fmla="val 1619"/>
            </a:avLst>
          </a:prstGeom>
          <a:solidFill xmlns:a="http://schemas.openxmlformats.org/drawingml/2006/main">
            <a:srgbClr val="1B433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e099ed1804452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8110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A790C-F30E-485B-A9A4-E409DCD7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62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9A5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89A5C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2B7D4-1F6A-4F87-964D-61CB52D4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47825"/>
            <a:ext cx="328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웹 브라우저에서 실행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11개 스테이지 플레이 가능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경로와 별 획득 자동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617F8-1CD3-4A7F-A479-1FF540DE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90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남은 작업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E2874-DE54-4618-AADE-EB9CF16B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28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공개 URL 배포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QR 코드 추가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실제 플레이어 난이도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F2960-6633-4B30-8DA6-B49F14A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505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ECF"/>
          </a:solidFill>
          <a:ln xmlns:a="http://schemas.openxmlformats.org/drawingml/2006/main" w="19050">
            <a:solidFill>
              <a:srgbClr val="E2C9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9D4DE-3E33-49C4-90DA-D2F87428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배포 URL / QR 추가</a:t>
            </a:r>
          </a:p>
        </p:txBody>
      </p:sp>
    </p:spTree>
    <p:extLst>
      <p:ext uri="{BB962C8B-B14F-4D97-AF65-F5344CB8AC3E}">
        <p14:creationId xmlns:p14="http://schemas.microsoft.com/office/powerpoint/2010/main" val="1755604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2026-09-29T03:40:54.5460000Z</dcterms:created>
  <dcterms:modified xsi:type="dcterms:W3CDTF">2026-09-29T03:40:54.5460000Z</dcterms:modified>
</coreProperties>
</file>