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5d949155b14b04" /><Relationship Type="http://schemas.openxmlformats.org/officeDocument/2006/relationships/extended-properties" Target="/docProps/app.xml" Id="R90fd6e50f4c44e7a" /><Relationship Type="http://schemas.openxmlformats.org/officeDocument/2006/relationships/officeDocument" Target="/ppt/presentation.xml" Id="Rf0c3aecf8b6546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5922fcb5d0416e"/>
  </p:sldMasterIdLst>
  <p:notesMasterIdLst>
    <p:notesMasterId xmlns:r="http://schemas.openxmlformats.org/officeDocument/2006/relationships" r:id="R193cac4918d24c14"/>
  </p:notesMasterIdLst>
  <p:sldIdLst>
    <p:sldId xmlns:r="http://schemas.openxmlformats.org/officeDocument/2006/relationships" id="256" r:id="Rb4e0c7e120584441"/>
    <p:sldId xmlns:r="http://schemas.openxmlformats.org/officeDocument/2006/relationships" id="257" r:id="R5958b84474ea4870"/>
    <p:sldId xmlns:r="http://schemas.openxmlformats.org/officeDocument/2006/relationships" id="258" r:id="Rab65bce60b014632"/>
    <p:sldId xmlns:r="http://schemas.openxmlformats.org/officeDocument/2006/relationships" id="259" r:id="Rc538ed3f74244e0c"/>
    <p:sldId xmlns:r="http://schemas.openxmlformats.org/officeDocument/2006/relationships" id="260" r:id="Rdf4538c256ff4ff0"/>
    <p:sldId xmlns:r="http://schemas.openxmlformats.org/officeDocument/2006/relationships" id="261" r:id="Rd2fe875886fc4776"/>
    <p:sldId xmlns:r="http://schemas.openxmlformats.org/officeDocument/2006/relationships" id="262" r:id="Rbac177599feb405f"/>
    <p:sldId xmlns:r="http://schemas.openxmlformats.org/officeDocument/2006/relationships" id="263" r:id="Rd4549fca4a6a4c37"/>
    <p:sldId xmlns:r="http://schemas.openxmlformats.org/officeDocument/2006/relationships" id="264" r:id="Rd6868f62517b45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1b7b1f0d534b77" /><Relationship Type="http://schemas.openxmlformats.org/officeDocument/2006/relationships/slideMaster" Target="/ppt/slideMasters/slideMaster1.xml" Id="R395922fcb5d0416e" /><Relationship Type="http://schemas.openxmlformats.org/officeDocument/2006/relationships/notesMaster" Target="/ppt/notesMasters/notesMaster1.xml" Id="R193cac4918d24c14" /><Relationship Type="http://schemas.openxmlformats.org/officeDocument/2006/relationships/presProps" Target="/ppt/presProps.xml" Id="R88c3e9b23bdf489b" /><Relationship Type="http://schemas.openxmlformats.org/officeDocument/2006/relationships/tableStyles" Target="/ppt/tableStyles.xml" Id="R37df1beabc1a4f30" /><Relationship Type="http://schemas.openxmlformats.org/officeDocument/2006/relationships/slide" Target="/ppt/slides/slide1.xml" Id="Rb4e0c7e120584441" /><Relationship Type="http://schemas.openxmlformats.org/officeDocument/2006/relationships/slide" Target="/ppt/slides/slide2.xml" Id="R5958b84474ea4870" /><Relationship Type="http://schemas.openxmlformats.org/officeDocument/2006/relationships/slide" Target="/ppt/slides/slide3.xml" Id="Rab65bce60b014632" /><Relationship Type="http://schemas.openxmlformats.org/officeDocument/2006/relationships/slide" Target="/ppt/slides/slide4.xml" Id="Rc538ed3f74244e0c" /><Relationship Type="http://schemas.openxmlformats.org/officeDocument/2006/relationships/slide" Target="/ppt/slides/slide5.xml" Id="Rdf4538c256ff4ff0" /><Relationship Type="http://schemas.openxmlformats.org/officeDocument/2006/relationships/slide" Target="/ppt/slides/slide6.xml" Id="Rd2fe875886fc4776" /><Relationship Type="http://schemas.openxmlformats.org/officeDocument/2006/relationships/slide" Target="/ppt/slides/slide7.xml" Id="Rbac177599feb405f" /><Relationship Type="http://schemas.openxmlformats.org/officeDocument/2006/relationships/slide" Target="/ppt/slides/slide8.xml" Id="Rd4549fca4a6a4c37" /><Relationship Type="http://schemas.openxmlformats.org/officeDocument/2006/relationships/slide" Target="/ppt/slides/slide9.xml" Id="Rd6868f62517b45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6f1ca8345d45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d7b958e8bf4756" /><Relationship Type="http://schemas.openxmlformats.org/officeDocument/2006/relationships/notesMaster" Target="/ppt/notesMasters/notesMaster1.xml" Id="Rc609d64bc0f245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42efcbb4234efd" /><Relationship Type="http://schemas.openxmlformats.org/officeDocument/2006/relationships/notesMaster" Target="/ppt/notesMasters/notesMaster1.xml" Id="R9bb5790491fc4e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a7b77bee024da0" /><Relationship Type="http://schemas.openxmlformats.org/officeDocument/2006/relationships/notesMaster" Target="/ppt/notesMasters/notesMaster1.xml" Id="R6bfbf7e4ff624d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4121ce86094f30" /><Relationship Type="http://schemas.openxmlformats.org/officeDocument/2006/relationships/notesMaster" Target="/ppt/notesMasters/notesMaster1.xml" Id="Rebf646aea16b45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ba6d694f4344a4" /><Relationship Type="http://schemas.openxmlformats.org/officeDocument/2006/relationships/notesMaster" Target="/ppt/notesMasters/notesMaster1.xml" Id="R035ab545cf694f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669a0d5c234514" /><Relationship Type="http://schemas.openxmlformats.org/officeDocument/2006/relationships/notesMaster" Target="/ppt/notesMasters/notesMaster1.xml" Id="R8409b253eac043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9f51c9a5e64d07" /><Relationship Type="http://schemas.openxmlformats.org/officeDocument/2006/relationships/notesMaster" Target="/ppt/notesMasters/notesMaster1.xml" Id="Rcb780038578142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4b837d0db348dc" /><Relationship Type="http://schemas.openxmlformats.org/officeDocument/2006/relationships/notesMaster" Target="/ppt/notesMasters/notesMaster1.xml" Id="R616b620994db4b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fb9b36b1754d11" /><Relationship Type="http://schemas.openxmlformats.org/officeDocument/2006/relationships/notesMaster" Target="/ppt/notesMasters/notesMaster1.xml" Id="Ra04a4466470345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C:/Users/Windows11/Desktop/icanfly/qa/i-can-fly-title.png (프로젝트 실제 화면)</a:t>
            </a:r>
          </a:p>
          <a:p xmlns:a="http://schemas.openxmlformats.org/drawingml/2006/main">
            <a:r>
              <a:t>구성 기준: D:/Download/project1_9월 30일 프로젝트1 발표 가이드.pdf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정보 출처: C:/Users/Windows11/Desktop/icanfly/README.md</a:t>
            </a:r>
          </a:p>
          <a:p xmlns:a="http://schemas.openxmlformats.org/drawingml/2006/main">
            <a:r>
              <a:t>화면 출처: C:/Users/Windows11/Desktop/icanfly/qa/stages-desktop.png</a:t>
            </a:r>
          </a:p>
          <a:p xmlns:a="http://schemas.openxmlformats.org/drawingml/2006/main">
            <a:r>
              <a:t>발표 항목 출처: D:/Download/project1_9월 30일 프로젝트1 발표 가이드.pdf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출처: C:/Users/Windows11/Desktop/icanfly/qa/presentation-gameplay.png</a:t>
            </a:r>
          </a:p>
          <a:p xmlns:a="http://schemas.openxmlformats.org/drawingml/2006/main">
            <a:r>
              <a:t>이 슬라이드는 발표 가이드에서 가장 중요한 실제 플레이 시연 항목을 반영함.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게임 규칙 출처: C:/Users/Windows11/Desktop/icanfly/README.md</a:t>
            </a:r>
          </a:p>
          <a:p xmlns:a="http://schemas.openxmlformats.org/drawingml/2006/main">
            <a:r>
              <a:t>발표 항목 출처: D:/Download/project1_9월 30일 프로젝트1 발표 가이드.pdf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 이미지 출처: C:/Users/Windows11/Desktop/icanfly/design/unused/forest-illustration-v1.png (AI 생성 초안, 최종 게임에는 미사용)</a:t>
            </a:r>
          </a:p>
          <a:p xmlns:a="http://schemas.openxmlformats.org/drawingml/2006/main">
            <a:r>
              <a:t>오른쪽 이미지 출처: C:/Users/Windows11/Desktop/icanfly/qa/i-can-fly-title.png</a:t>
            </a:r>
          </a:p>
          <a:p xmlns:a="http://schemas.openxmlformats.org/drawingml/2006/main">
            <a:r>
              <a:t>개발 기록 출처: C:/Users/Windows11/Desktop/icanfly/UPGRADE.md</a:t>
            </a:r>
          </a:p>
          <a:p xmlns:a="http://schemas.openxmlformats.org/drawingml/2006/main">
            <a:r>
              <a:t>평가 기준: D:/Download/project1_평가항목.pdf — AI 활용 과정과 검증·수정 반영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및 검증 기록 출처: C:/Users/Windows11/Desktop/icanfly/README.md</a:t>
            </a:r>
          </a:p>
          <a:p xmlns:a="http://schemas.openxmlformats.org/drawingml/2006/main">
            <a:r>
              <a:t>개선 기록 출처: C:/Users/Windows11/Desktop/icanfly/UPGRADE.md</a:t>
            </a:r>
          </a:p>
          <a:p xmlns:a="http://schemas.openxmlformats.org/drawingml/2006/main">
            <a:r>
              <a:t>평가 기준 출처: D:/Download/project1_평가항목.pdf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문제와 해결 과정 출처: C:/Users/Windows11/Desktop/icanfly/UPGRADE.md</a:t>
            </a:r>
          </a:p>
          <a:p xmlns:a="http://schemas.openxmlformats.org/drawingml/2006/main">
            <a:r>
              <a:t>검증 방식 출처: C:/Users/Windows11/Desktop/icanfly/README.md</a:t>
            </a:r>
          </a:p>
          <a:p xmlns:a="http://schemas.openxmlformats.org/drawingml/2006/main">
            <a:r>
              <a:t>발표 항목 출처: D:/Download/project1_9월 30일 프로젝트1 발표 가이드.pdf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출처: C:/Users/Windows11/Desktop/icanfly/qa/presentation-result.png</a:t>
            </a:r>
          </a:p>
          <a:p xmlns:a="http://schemas.openxmlformats.org/drawingml/2006/main">
            <a:r>
              <a:t>현재 실행 상태 출처: C:/Users/Windows11/Desktop/icanfly/README.md</a:t>
            </a:r>
          </a:p>
          <a:p xmlns:a="http://schemas.openxmlformats.org/drawingml/2006/main">
            <a:r>
              <a:t>공개 배포 URL은 아직 확인되지 않아 자리표시자로 남김.</a:t>
            </a:r>
          </a:p>
          <a:p xmlns:a="http://schemas.openxmlformats.org/drawingml/2006/main">
            <a:r>
              <a:t>평가 기준 출처: D:/Download/project1_평가항목.pdf — 배포 및 실행 가능 여부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현황 출처: C:/Users/Windows11/Desktop/icanfly/README.md</a:t>
            </a:r>
          </a:p>
          <a:p xmlns:a="http://schemas.openxmlformats.org/drawingml/2006/main">
            <a:r>
              <a:t>개선 방향 출처: C:/Users/Windows11/Desktop/icanfly/UPGRADE.md 및 현재 프로젝트 상태를 바탕으로 정리</a:t>
            </a:r>
          </a:p>
          <a:p xmlns:a="http://schemas.openxmlformats.org/drawingml/2006/main">
            <a:r>
              <a:t>마무리 구성 기준: D:/Download/project1_9월 30일 프로젝트1 발표 가이드.pdf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e9d17dbad54d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c5ea6e43514503" /><Relationship Type="http://schemas.openxmlformats.org/officeDocument/2006/relationships/slideLayout" Target="/ppt/slideLayouts/slideLayout1.xml" Id="R40f4a76436084f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f4a76436084f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e38d8c8754696" /><Relationship Type="http://schemas.openxmlformats.org/officeDocument/2006/relationships/image" Target="/ppt/media/image.jpeg" Id="R3dd2d10d2eb6491b" /><Relationship Type="http://schemas.openxmlformats.org/officeDocument/2006/relationships/notesSlide" Target="/ppt/notesSlides/notesSlide1.xml" Id="R3991635fea3f4a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2f09447304034" /><Relationship Type="http://schemas.openxmlformats.org/officeDocument/2006/relationships/image" Target="/ppt/media/image2.jpeg" Id="R7c7d80a6df3b4a3b" /><Relationship Type="http://schemas.openxmlformats.org/officeDocument/2006/relationships/notesSlide" Target="/ppt/notesSlides/notesSlide2.xml" Id="R645a436fdaaf44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8f61a922b4c6d" /><Relationship Type="http://schemas.openxmlformats.org/officeDocument/2006/relationships/image" Target="/ppt/media/image3.jpeg" Id="R849c72ba10094632" /><Relationship Type="http://schemas.openxmlformats.org/officeDocument/2006/relationships/notesSlide" Target="/ppt/notesSlides/notesSlide3.xml" Id="Rb40e6f737dc541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5e26110d646b8" /><Relationship Type="http://schemas.openxmlformats.org/officeDocument/2006/relationships/notesSlide" Target="/ppt/notesSlides/notesSlide4.xml" Id="R13709f99ee8d41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0be1828e34f6a" /><Relationship Type="http://schemas.openxmlformats.org/officeDocument/2006/relationships/image" Target="/ppt/media/image.png" Id="Reb54ddc3e3344dbb" /><Relationship Type="http://schemas.openxmlformats.org/officeDocument/2006/relationships/image" Target="/ppt/media/image4.jpeg" Id="R2079ad6897074329" /><Relationship Type="http://schemas.openxmlformats.org/officeDocument/2006/relationships/notesSlide" Target="/ppt/notesSlides/notesSlide5.xml" Id="R2dfec253124e47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fc91014a64592" /><Relationship Type="http://schemas.openxmlformats.org/officeDocument/2006/relationships/notesSlide" Target="/ppt/notesSlides/notesSlide6.xml" Id="R7b3e29161d5544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95df9deec45de" /><Relationship Type="http://schemas.openxmlformats.org/officeDocument/2006/relationships/notesSlide" Target="/ppt/notesSlides/notesSlide7.xml" Id="Rf4ec54fd2fed461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2233b5015468f" /><Relationship Type="http://schemas.openxmlformats.org/officeDocument/2006/relationships/image" Target="/ppt/media/image5.jpeg" Id="Ra8a927f974ae47ce" /><Relationship Type="http://schemas.openxmlformats.org/officeDocument/2006/relationships/notesSlide" Target="/ppt/notesSlides/notesSlide8.xml" Id="Rfd9320dfc5544a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cbeae3504450e" /><Relationship Type="http://schemas.openxmlformats.org/officeDocument/2006/relationships/notesSlide" Target="/ppt/notesSlides/notesSlide9.xml" Id="Ra75e051e987a43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2d10d2eb6491b"/>
          <a:srcRect xmlns:a="http://schemas.openxmlformats.org/drawingml/2006/main" l="14453" t="0" r="144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0"/>
            <a:ext cx="8667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B24F7-389B-43AA-907D-76B68251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91AD0-1DC6-4B73-A6D7-865FBA71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0"/>
            <a:ext cx="457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0FBFB-BBE3-4A32-803B-EC41935A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D0C2F-EA05-48E0-B07F-997EB8D0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3000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I CAN</a:t>
            </a:r>
          </a:p>
          <a:p xmlns:a="http://schemas.openxmlformats.org/drawingml/2006/main">
            <a:pPr algn="l">
              <a:defRPr sz="39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FLY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89DBD-225B-4736-AD2B-A1CE71AC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대포를 타고 숲을 건너는</a:t>
            </a:r>
          </a:p>
          <a:p xmlns:a="http://schemas.openxmlformats.org/drawingml/2006/main">
            <a:pPr algn="l">
              <a:defRPr sz="1650" b="1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원버튼 액션 퍼즐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B0E0E-C048-400B-8306-203F18B5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1111E5-20B9-407E-83F2-9FA2CC6B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[학번]  [이름]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BAF26-10C1-4071-AEDF-72A1346C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388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프로젝트 1 발표</a:t>
            </a:r>
          </a:p>
        </p:txBody>
      </p:sp>
    </p:spTree>
    <p:extLst>
      <p:ext uri="{BB962C8B-B14F-4D97-AF65-F5344CB8AC3E}">
        <p14:creationId xmlns:p14="http://schemas.microsoft.com/office/powerpoint/2010/main" val="6508465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7BAB0-97BB-4B0F-8D53-E3F60B5D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BAA56C-333B-4C56-A261-141728AC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6065C-4E07-4A82-A05A-BFFB3AB5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게임 소개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E5BB8-DF14-4ED7-A3E8-D0F7D51A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한 문장으로 설명하기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C46A6-EE2D-4608-BE5E-7E31B43B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6FADB-7851-4A3B-AB65-9709EB5D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I CAN FLY · PROJECT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4AAF4-D132-4B1A-BD9E-00196AAA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53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2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C4DD2-E2EA-47F3-805F-608F4790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239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회전하는 대포의 타이밍을 읽고</a:t>
            </a:r>
          </a:p>
          <a:p xmlns:a="http://schemas.openxmlformats.org/drawingml/2006/main">
            <a:pPr algn="l">
              <a:defRPr sz="20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다음 대포까지 연속으로 날아가는 게임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A9674-7F01-4AD9-8B38-A227CC87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장르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130FA-4348-48C7-9C32-56C40C3E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431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원버튼 액션 퍼즐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90CEB-83ED-48B2-9D96-6DB496C0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A3F4B-C046-4672-932A-DDA22C66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대상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D2B22-8130-447C-B250-A2E6B852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670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타이밍 게임을 가볍게 즐기는 플레이어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ACF3B-DD49-4B14-8220-30A8F611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887D0-E6A5-4DB0-A7AD-C010923B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플레이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C8B55-FE1D-40D9-9BCE-7F3C2735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스테이지당 약 30–90초 · 기획 기준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73EE5-72B2-4561-B8ED-E201AF58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6D5AF-9E9C-4290-8B96-F305ABAB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핵심 재미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3D83C4-D016-49D3-9DC9-1A36F7EE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48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방향을 읽고 연속 발사에 성공하는 순간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69003-0FA1-4C24-A7D5-875AB0A3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9675"/>
            <a:ext cx="4495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B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22F2EF-3D22-4FA1-A80C-CF509BD1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076325"/>
            <a:ext cx="5867400" cy="4905375"/>
          </a:xfrm>
          <a:prstGeom xmlns:a="http://schemas.openxmlformats.org/drawingml/2006/main" prst="roundRect">
            <a:avLst>
              <a:gd name="adj" fmla="val 1553"/>
            </a:avLst>
          </a:prstGeom>
          <a:solidFill xmlns:a="http://schemas.openxmlformats.org/drawingml/2006/main">
            <a:srgbClr val="1C433A"/>
          </a:solidFill>
          <a:ln xmlns:a="http://schemas.openxmlformats.org/drawingml/2006/main" w="0">
            <a:noFill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d80a6df3b4a3b"/>
          <a:srcRect xmlns:a="http://schemas.openxmlformats.org/drawingml/2006/main" l="12322" t="0" r="123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7400" y="1190625"/>
            <a:ext cx="5638800" cy="4676775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3AE45-0987-4EC7-8CE9-B2117D13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76900"/>
            <a:ext cx="238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FEF2D0-7F7D-41AE-8A00-E77C0CA0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864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현재 11개 스테이지</a:t>
            </a:r>
          </a:p>
        </p:txBody>
      </p:sp>
    </p:spTree>
    <p:extLst>
      <p:ext uri="{BB962C8B-B14F-4D97-AF65-F5344CB8AC3E}">
        <p14:creationId xmlns:p14="http://schemas.microsoft.com/office/powerpoint/2010/main" val="8166259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2E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71A8C-4A80-4666-AFBB-92DF86A1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66399-A6FD-431B-9CEA-4624E92D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실제 플레이 화면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c72ba10094632"/>
          <a:stretch xmlns:a="http://schemas.openxmlformats.org/drawingml/2006/main"/>
        </p:blipFill>
        <p:spPr>
          <a:xfrm xmlns:a="http://schemas.openxmlformats.org/drawingml/2006/main">
            <a:off x="1303867" y="790575"/>
            <a:ext cx="9584267" cy="53911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1EC08-F7AF-442E-BA7D-1F3E19EF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76925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E6773-B88C-4895-AF54-91FBCF8D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53125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85B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3C65C-E22F-4446-B0BD-CAA32DD7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626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① 방향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F348D-8DB5-431E-8BF6-2FB9C5E1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62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99DB4-E7F0-4F5E-BA69-14467289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953125"/>
            <a:ext cx="22098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85B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E5595-2FA9-4358-B392-12AF5B16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9626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② Space / 클릭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A5ED5-C361-4B43-98E3-5E25E547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626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D0841-6EAE-4330-8B22-DE25323F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953125"/>
            <a:ext cx="238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385B4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194DC-DEA0-435B-AB45-6EB378AE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962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③ 다음 대포 연결</a:t>
            </a:r>
          </a:p>
        </p:txBody>
      </p:sp>
    </p:spTree>
    <p:extLst>
      <p:ext uri="{BB962C8B-B14F-4D97-AF65-F5344CB8AC3E}">
        <p14:creationId xmlns:p14="http://schemas.microsoft.com/office/powerpoint/2010/main" val="802512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C3A1CE-0BB5-46E8-89F2-B0FC3BF0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A4D31-A5D1-4A0F-9CD7-D1F9E81D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DA25C-77B1-49A2-95D1-249CE629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핵심 게임 방식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519DF-FB73-4B44-A85F-8F4C01D3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한 번의 입력으로 이어지는 루프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883F1-0739-4D8C-BD32-EBB74757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2AB61-878B-4044-B4E1-95A6B4AD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I CAN FLY · PROJECT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9DAD6-3C0D-4771-8A73-8EF40749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53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4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3C75F-112C-4E93-9679-6B4A3739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233362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385B4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98D27-8F87-40E3-828D-D7AAF070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811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4B5A5-CD96-495D-B33E-F8E36BAC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대포 탑승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8834A-0552-42B4-A91E-15E04ABF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859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04F44-0C11-4119-97E4-4BA604FB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28750"/>
            <a:ext cx="233362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78965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4B5F0-843D-4083-BBE9-1B53F6DB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811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EC7121-20BF-478D-8089-4B6FE289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81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방향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6F6B0-3989-42E7-BB4C-DDCE07CB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8859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3AC41-8B89-4171-A19C-582545C8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233362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D99A6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B5124-EE40-4A81-9E55-B50F7D86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811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55CF2-C722-480E-A1F7-4E79119A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1981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5B066-A00E-4407-9DDA-A7651349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885950"/>
            <a:ext cx="457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FA7E4-1086-41DC-A545-C312826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28750"/>
            <a:ext cx="2333625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F0FE59-20EC-4811-8C57-B3E9B050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811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03B48-2196-4342-82A6-8242DA0E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81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다음 대포 / 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5C6DC2-710D-447A-94DB-5F866A46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62325"/>
            <a:ext cx="111442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3EDC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8E072-FC05-4DFD-A8A3-D942814E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조작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674E52-B3FB-49DA-8DB4-85797A63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0045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Space 또는 화면 클릭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B2597-2EB7-45DF-B7B2-496EF3C3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05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965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78965A"/>
                </a:solidFill>
                <a:latin typeface="Noto Sans KR"/>
                <a:ea typeface="Noto Sans KR"/>
                <a:cs typeface="Noto Sans KR"/>
              </a:rPr>
              <a:t>성공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67F34-11FE-4886-A582-62C96727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30530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집에 도착하면 클리어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4846BC-481E-4A41-9988-A230B12D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655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C96559"/>
                </a:solidFill>
                <a:latin typeface="Noto Sans KR"/>
                <a:ea typeface="Noto Sans KR"/>
                <a:cs typeface="Noto Sans KR"/>
              </a:rPr>
              <a:t>실패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D794E7-68C1-43D3-A31F-C86E4951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10150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숲 벽·가시문에 충돌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6EC9B8-EF33-467F-B07E-D4BB552B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0450"/>
            <a:ext cx="147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731ACC-72B0-4E3C-8F29-55232847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766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8방향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1FB563-4881-487B-A2B1-FD7719CD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766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45° 단위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A0DF7B-CE4B-47AF-B0E4-6824EC31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147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85B49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62B824-2932-42B8-A500-E380E19B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148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4방향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AC836B-9E00-4906-9F07-E1068F40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148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90° 단위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CD4ED9-EDDF-472C-A219-62EDF81A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76850"/>
            <a:ext cx="1476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F4AF94-73E0-41E5-A25E-82EEABAD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3530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자동 대포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21C728-1729-439D-B3B6-6768A93E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530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0.5초 후 발사</a:t>
            </a:r>
          </a:p>
        </p:txBody>
      </p:sp>
    </p:spTree>
    <p:extLst>
      <p:ext uri="{BB962C8B-B14F-4D97-AF65-F5344CB8AC3E}">
        <p14:creationId xmlns:p14="http://schemas.microsoft.com/office/powerpoint/2010/main" val="1333671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69FB3F-2B1B-45C0-9759-DB8E83D0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F4CD7-9F3A-4FA5-92CE-C657A3C0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B36B9-7426-4066-9DD8-BB0C7DF6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생성형 AI 활용 과정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54DD0-7A86-4DFE-9F66-2651EFA3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제안 그대로가 아니라 검토 후 수정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026F3-90E2-4EDF-9786-81FA389C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DE83D-778C-4C65-9E07-D46EB88E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I CAN FLY · PROJECT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22E3D-113C-4D6B-AC59-FD66C0B3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53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5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1F992-DD95-464E-860A-34D2CCC4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9655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C96559"/>
                </a:solidFill>
                <a:latin typeface="Noto Sans KR"/>
                <a:ea typeface="Noto Sans KR"/>
                <a:cs typeface="Noto Sans KR"/>
              </a:rPr>
              <a:t>AI가 만든 초안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6791C-C280-4588-8B01-5139F716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019175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8965A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78965A"/>
                </a:solidFill>
                <a:latin typeface="Noto Sans KR"/>
                <a:ea typeface="Noto Sans KR"/>
                <a:cs typeface="Noto Sans KR"/>
              </a:rPr>
              <a:t>최종 게임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FF57A4-E6E6-4D95-A2E5-360BB7A7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4953000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1C433A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4ddc3e3344dbb"/>
          <a:srcRect xmlns:a="http://schemas.openxmlformats.org/drawingml/2006/main" l="6246" t="0" r="62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24000"/>
            <a:ext cx="4724400" cy="30384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6BA65-E6EF-4211-9041-BD9C33F0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09700"/>
            <a:ext cx="4953000" cy="3267075"/>
          </a:xfrm>
          <a:prstGeom xmlns:a="http://schemas.openxmlformats.org/drawingml/2006/main" prst="roundRect">
            <a:avLst>
              <a:gd name="adj" fmla="val 2332"/>
            </a:avLst>
          </a:prstGeom>
          <a:solidFill xmlns:a="http://schemas.openxmlformats.org/drawingml/2006/main">
            <a:srgbClr val="1C433A"/>
          </a:solidFill>
          <a:ln xmlns:a="http://schemas.openxmlformats.org/drawingml/2006/main" w="0">
            <a:noFill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9ad6897074329"/>
          <a:srcRect xmlns:a="http://schemas.openxmlformats.org/drawingml/2006/main" l="6270" t="0" r="6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00850" y="1524000"/>
            <a:ext cx="4724400" cy="30384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F809B-644A-4585-9E2F-60D531A2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43175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C3315-D8CD-4829-8133-F63EBB0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472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일러스트 느낌이 강하고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게임 화면과 톤이 맞지 않아 미사용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C8CD8-19BA-47CD-901C-779BE7DB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76800"/>
            <a:ext cx="472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픽셀 크기·외곽선·제한 색상을 정하고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코드 기반 도트 아트로 다시 제작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B03D54-985D-4A60-A58F-D462B845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10250"/>
            <a:ext cx="491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562B1A-D26A-4372-9262-70CD7837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19775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AI 초안 → 직접 검토 → 수정 반영</a:t>
            </a:r>
          </a:p>
        </p:txBody>
      </p:sp>
    </p:spTree>
    <p:extLst>
      <p:ext uri="{BB962C8B-B14F-4D97-AF65-F5344CB8AC3E}">
        <p14:creationId xmlns:p14="http://schemas.microsoft.com/office/powerpoint/2010/main" val="1788274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12E6DB-C065-4DF4-9AE1-FDA173F8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C2FA0-755F-42DD-AF35-2A171574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59A24-C8E6-498A-B594-28982B01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AI 활용 상세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19FBA-9973-4F81-B754-2D121DBB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코드 제안 → 실행 → 검증 → 수정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28355-F361-419C-A9A6-B0BE8AE4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A0C6C-E71B-457B-8570-7239598A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I CAN FLY · PROJECT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4F6F4-BC13-4D7F-ACD7-8726009F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53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6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AA75B-B182-4119-8A79-1803EE5E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2238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C433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26E43A-F358-4F2D-865E-DEAE34D4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요구 정리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FE2CB-4472-4D25-88B4-4CFCF299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43827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4B2C0-76CD-4732-957B-57EA8D93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95400"/>
            <a:ext cx="2238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C433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38C87-9F41-4890-B2EC-6FFB78F9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478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AI 코드 제안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F630F-6C79-4C82-99A5-28CC7270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3827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DF694-C2FD-4627-98B9-48E67EA3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95400"/>
            <a:ext cx="2238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C433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20F60-3045-4333-9E58-82152676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478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직접 실행·확인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B8AE3-A2F4-48B4-AD01-3C97E2C1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438275"/>
            <a:ext cx="457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814D8E-C5C7-4F93-9188-8E5751DF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95400"/>
            <a:ext cx="2238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370701-FAEB-4924-8010-8DCDF99D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4780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수정 반복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AA5A13-A351-4491-B6AB-9C659C5E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52197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3EDC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6CB14C-B2FB-4795-A80D-78989E92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AI가 도운 부분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4972A3-DF06-4C73-B9CC-7BEAFB51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4333875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게임 로직 초안</a:t>
            </a:r>
          </a:p>
          <a:p xmlns:a="http://schemas.openxmlformats.org/drawingml/2006/main">
            <a:pPr algn="l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충돌·맵 검증 코드</a:t>
            </a:r>
          </a:p>
          <a:p xmlns:a="http://schemas.openxmlformats.org/drawingml/2006/main">
            <a:pPr algn="l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메뉴·설정 UI 정리</a:t>
            </a:r>
          </a:p>
          <a:p xmlns:a="http://schemas.openxmlformats.org/drawingml/2006/main">
            <a:pPr algn="l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간단한 Web Audio 사운드 코드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D6668D-DDCF-4E28-8F90-325FCA9C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86050"/>
            <a:ext cx="550545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A771C-F778-40D8-8F68-5A59B5FA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241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직접 확인한 부분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D3E08-22BE-4352-A403-672E1B28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4762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11개 맵을 4가지 프레임 간격으로 검사</a:t>
            </a:r>
          </a:p>
          <a:p xmlns:a="http://schemas.openxmlformats.org/drawingml/2006/main">
            <a:pPr algn="l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대포 간 이동 가능 여부 확인</a:t>
            </a:r>
          </a:p>
          <a:p xmlns:a="http://schemas.openxmlformats.org/drawingml/2006/main">
            <a:pPr algn="l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별·얼음·일시정지·기록 저장 테스트</a:t>
            </a:r>
          </a:p>
          <a:p xmlns:a="http://schemas.openxmlformats.org/drawingml/2006/main">
            <a:pPr algn="l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최종 비주얼은 코드로 다시 제작</a:t>
            </a:r>
          </a:p>
        </p:txBody>
      </p:sp>
    </p:spTree>
    <p:extLst>
      <p:ext uri="{BB962C8B-B14F-4D97-AF65-F5344CB8AC3E}">
        <p14:creationId xmlns:p14="http://schemas.microsoft.com/office/powerpoint/2010/main" val="6224801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875A9-F3B1-48C2-85DA-190B98B5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E163C-B8D5-47B9-A126-061F4E5B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EBBA6-2305-4E5B-9144-F7DBD3B4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가장 어려웠던 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9CC82-5A19-46A8-9513-E5B0BB13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고정 각도 대포와 맵을 정확히 맞추기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C91B5-E097-4C08-B781-13C844A0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4BE21-E070-4C60-A7F9-5448BC19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I CAN FLY · PROJECT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FC85F-0CD9-4B5A-90CA-5E2F0179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53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7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001A1-0E61-44A6-9328-26B0C070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462915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2D8C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1F53A-635F-452F-A245-B051778E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954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96559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C96559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712D5-D9E6-4A30-B96B-C0025B71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1455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대포는 45° / 90°로만 회전하지만</a:t>
            </a:r>
          </a:p>
          <a:p xmlns:a="http://schemas.openxmlformats.org/drawingml/2006/main">
            <a:pPr algn="l">
              <a:def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다음 대포와 통로가 그 각도에 맞지 않아</a:t>
            </a:r>
          </a:p>
          <a:p xmlns:a="http://schemas.openxmlformats.org/drawingml/2006/main">
            <a:pPr algn="l">
              <a:def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첫 발사부터 진행할 수 없는 맵이 생김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C0BF3-16CD-46E5-9528-E76278C5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762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96559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C96559"/>
                </a:solidFill>
                <a:latin typeface="Noto Sans KR"/>
                <a:ea typeface="Noto Sans KR"/>
                <a:cs typeface="Noto Sans KR"/>
              </a:rPr>
              <a:t>출발 ●    ╱    ○ 다음 대포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F05F7-6651-4B7B-ACED-D60631DB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05100"/>
            <a:ext cx="1466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375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E5308-532A-40F0-BF8C-E0540DB6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57300"/>
            <a:ext cx="46863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DCE8C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FA717-9103-43B6-A17A-CCB2B904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954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965A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78965A"/>
                </a:solidFill>
                <a:latin typeface="Noto Sans KR"/>
                <a:ea typeface="Noto Sans KR"/>
                <a:cs typeface="Noto Sans KR"/>
              </a:rPr>
              <a:t>해결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AADA1-0D47-49FA-8F41-D398C6AD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3905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45° / 90° 나침반 격자에 대포를 배치</a:t>
            </a:r>
          </a:p>
          <a:p xmlns:a="http://schemas.openxmlformats.org/drawingml/2006/main">
            <a:pPr algn="l">
              <a:def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실제 비행선에 맞춰 통로를 열고</a:t>
            </a:r>
          </a:p>
          <a:p xmlns:a="http://schemas.openxmlformats.org/drawingml/2006/main">
            <a:pPr algn="l">
              <a:def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도달 불가능한 맵은 검증기에서 제외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39C88-C091-4B6F-9F39-C54D002F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14800"/>
            <a:ext cx="3924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출발 ●  ─────  ○ 다음 대포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B285F-C140-4961-AE63-3728A2C4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76900"/>
            <a:ext cx="5676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9A602-200B-4F50-94D2-47E549CE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686425"/>
            <a:ext cx="567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결과: 모든 스테이지의 핵심 경로 자동 검증</a:t>
            </a:r>
          </a:p>
        </p:txBody>
      </p:sp>
    </p:spTree>
    <p:extLst>
      <p:ext uri="{BB962C8B-B14F-4D97-AF65-F5344CB8AC3E}">
        <p14:creationId xmlns:p14="http://schemas.microsoft.com/office/powerpoint/2010/main" val="7480229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02446-8212-4DD9-8BE7-9109F132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CC1E7-CAD2-4EB6-8C93-D12EF97A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08A33-2AF0-4953-AEA6-A7F42F27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실행 및 배포 상태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64C92-7DDD-4A29-BE3F-801D4190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현재는 로컬 테스트 완료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51417-19C3-4788-9B83-7D579124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B53AD-3E53-496A-A484-2051C270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I CAN FLY · PROJECT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44340-B100-4BC0-AE84-2F9E22E3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53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8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A8CF7-0734-4EBB-84CE-47A8786E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57275"/>
            <a:ext cx="7086600" cy="4724400"/>
          </a:xfrm>
          <a:prstGeom xmlns:a="http://schemas.openxmlformats.org/drawingml/2006/main" prst="roundRect">
            <a:avLst>
              <a:gd name="adj" fmla="val 1613"/>
            </a:avLst>
          </a:prstGeom>
          <a:solidFill xmlns:a="http://schemas.openxmlformats.org/drawingml/2006/main">
            <a:srgbClr val="1C433A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927f974ae47ce"/>
          <a:srcRect xmlns:a="http://schemas.openxmlformats.org/drawingml/2006/main" l="7097" t="0" r="70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171575"/>
            <a:ext cx="6858000" cy="44958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2EC05C-81E3-4D79-AA13-0ADE6CFB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52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965A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78965A"/>
                </a:solidFill>
                <a:latin typeface="Noto Sans KR"/>
                <a:ea typeface="Noto Sans KR"/>
                <a:cs typeface="Noto Sans KR"/>
              </a:rPr>
              <a:t>현재 완료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6C8A9-8906-4FA0-B821-ECF01E60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09725"/>
            <a:ext cx="3286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웹 브라우저 실행</a:t>
            </a:r>
          </a:p>
          <a:p xmlns:a="http://schemas.openxmlformats.org/drawingml/2006/main">
            <a:pPr algn="l">
              <a:def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11개 스테이지 플레이</a:t>
            </a:r>
          </a:p>
          <a:p xmlns:a="http://schemas.openxmlformats.org/drawingml/2006/main">
            <a:pPr algn="l">
              <a:def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경로·별·기믹 자동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D6E73-6A9D-4F09-B553-5ECFAE5C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33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발표 전 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0A237-C781-4BBC-BB3B-FCBF2E7E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90925"/>
            <a:ext cx="3286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공개 URL 배포</a:t>
            </a:r>
          </a:p>
          <a:p xmlns:a="http://schemas.openxmlformats.org/drawingml/2006/main">
            <a:pPr algn="l">
              <a:def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접속 QR 코드 삽입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0A4DD-D63D-4692-B1C9-2724C5FA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86300"/>
            <a:ext cx="3524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3EDCF"/>
          </a:solidFill>
          <a:ln xmlns:a="http://schemas.openxmlformats.org/drawingml/2006/main" w="19050">
            <a:solidFill>
              <a:srgbClr val="E0C78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C6885-05F9-4C72-9FC4-6CE1E8AD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86325"/>
            <a:ext cx="3181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배포 URL / QR 추가</a:t>
            </a:r>
          </a:p>
        </p:txBody>
      </p:sp>
    </p:spTree>
    <p:extLst>
      <p:ext uri="{BB962C8B-B14F-4D97-AF65-F5344CB8AC3E}">
        <p14:creationId xmlns:p14="http://schemas.microsoft.com/office/powerpoint/2010/main" val="1323871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F510DC-4858-461D-8BE0-0C661E4F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D93A8-3ED9-4646-B5F9-9083F1DD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A2A90-0973-4CAC-ADC1-C591C1E9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38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마무리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A7A82-E8B5-4053-BBB0-3596D86E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A9D7DB"/>
                </a:solidFill>
                <a:latin typeface="Noto Sans KR"/>
                <a:ea typeface="Noto Sans KR"/>
                <a:cs typeface="Noto Sans KR"/>
              </a:rPr>
              <a:t>완성한 점과 다음 개선 방향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21528-619A-47DE-8E71-35A89975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151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C78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44F7E-AD7E-466F-BA12-C15670A4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53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I CAN FLY · PROJECT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1DF04D-5673-4D23-A178-C4192DB7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5532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6E7869"/>
                </a:solidFill>
                <a:latin typeface="Noto Sans KR"/>
                <a:ea typeface="Noto Sans KR"/>
                <a:cs typeface="Noto Sans KR"/>
              </a:rPr>
              <a:t>9 /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03A86-F908-4F3C-A477-34930E3F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한 번의 입력만으로도</a:t>
            </a:r>
          </a:p>
          <a:p xmlns:a="http://schemas.openxmlformats.org/drawingml/2006/main">
            <a:pPr algn="ctr">
              <a:defRPr sz="21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12E2A"/>
                </a:solidFill>
                <a:latin typeface="Noto Sans KR"/>
                <a:ea typeface="Noto Sans KR"/>
                <a:cs typeface="Noto Sans KR"/>
              </a:rPr>
              <a:t>타이밍과 경로 판단이 생기는 게임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72998-DE87-4E75-9102-079863BC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333750" cy="2828925"/>
          </a:xfrm>
          <a:prstGeom xmlns:a="http://schemas.openxmlformats.org/drawingml/2006/main" prst="roundRect">
            <a:avLst>
              <a:gd name="adj" fmla="val 2694"/>
            </a:avLst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DA8C0-B808-4105-A4B0-1B21EDDC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5747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잘된 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8C20AC-3D37-426F-8FC8-1FDD830D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24225"/>
            <a:ext cx="2724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원버튼 핵심 재미</a:t>
            </a:r>
          </a:p>
          <a:p xmlns:a="http://schemas.openxmlformats.org/drawingml/2006/main">
            <a:pPr algn="ctr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도트 비주얼 통일</a:t>
            </a:r>
          </a:p>
          <a:p xmlns:a="http://schemas.openxmlformats.org/drawingml/2006/main">
            <a:pPr algn="ctr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맵 자동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78588-33F1-4C32-970C-1D75DB66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00300"/>
            <a:ext cx="3333750" cy="2828925"/>
          </a:xfrm>
          <a:prstGeom xmlns:a="http://schemas.openxmlformats.org/drawingml/2006/main" prst="roundRect">
            <a:avLst>
              <a:gd name="adj" fmla="val 2694"/>
            </a:avLst>
          </a:prstGeom>
          <a:solidFill xmlns:a="http://schemas.openxmlformats.org/drawingml/2006/main">
            <a:srgbClr val="EADFC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E26370-8E26-4CA6-BC74-9D3308A7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5747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D99A62"/>
                </a:solidFill>
                <a:latin typeface="Noto Sans KR"/>
                <a:ea typeface="Noto Sans KR"/>
                <a:cs typeface="Noto Sans KR"/>
              </a:rPr>
              <a:t>아쉬운 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8BB6EF-4FEB-4A49-8E79-5EEA019A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24225"/>
            <a:ext cx="2724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공개 배포 미완료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실제 플레이어 난이도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32D"/>
                </a:solidFill>
                <a:latin typeface="Noto Sans KR"/>
                <a:ea typeface="Noto Sans KR"/>
                <a:cs typeface="Noto Sans KR"/>
              </a:rPr>
              <a:t>데이터 부족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7FC31-5BFC-4F65-873C-218C554A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3333750" cy="2828925"/>
          </a:xfrm>
          <a:prstGeom xmlns:a="http://schemas.openxmlformats.org/drawingml/2006/main" prst="roundRect">
            <a:avLst>
              <a:gd name="adj" fmla="val 2694"/>
            </a:avLst>
          </a:prstGeom>
          <a:solidFill xmlns:a="http://schemas.openxmlformats.org/drawingml/2006/main">
            <a:srgbClr val="385B4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0245F-3E2B-4A4E-BFDB-2E3BA2C7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57475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다음 개선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5977F-0466-444C-8780-B2403699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24225"/>
            <a:ext cx="27241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고스트 리플레이</a:t>
            </a:r>
          </a:p>
          <a:p xmlns:a="http://schemas.openxmlformats.org/drawingml/2006/main">
            <a:pPr algn="ctr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캐릭터 애니메이션</a:t>
            </a:r>
          </a:p>
          <a:p xmlns:a="http://schemas.openxmlformats.org/drawingml/2006/main">
            <a:pPr algn="ctr">
              <a:def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3EDCF"/>
                </a:solidFill>
                <a:latin typeface="Noto Sans KR"/>
                <a:ea typeface="Noto Sans KR"/>
                <a:cs typeface="Noto Sans KR"/>
              </a:rPr>
              <a:t>웹 공개 배포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67E5FD-0418-44FF-BB84-C5BF95B7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734050"/>
            <a:ext cx="2857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12E2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EC336-2C98-4786-B003-1C6E3F1C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7435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0C78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945561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2026-09-29T03:21:27.3100000Z</dcterms:created>
  <dcterms:modified xsi:type="dcterms:W3CDTF">2026-09-29T03:21:27.3100000Z</dcterms:modified>
</coreProperties>
</file>