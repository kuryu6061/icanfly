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cfa57a4b184c47" /><Relationship Type="http://schemas.openxmlformats.org/officeDocument/2006/relationships/extended-properties" Target="/docProps/app.xml" Id="R487142ace6664997" /><Relationship Type="http://schemas.openxmlformats.org/officeDocument/2006/relationships/officeDocument" Target="/ppt/presentation.xml" Id="R9f10dae30039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1ab8d58e84268"/>
  </p:sldMasterIdLst>
  <p:notesMasterIdLst>
    <p:notesMasterId xmlns:r="http://schemas.openxmlformats.org/officeDocument/2006/relationships" r:id="Rdbc20ff3fcba4ecd"/>
  </p:notesMasterIdLst>
  <p:sldIdLst>
    <p:sldId xmlns:r="http://schemas.openxmlformats.org/officeDocument/2006/relationships" id="256" r:id="R76ed56fb91c5451b"/>
    <p:sldId xmlns:r="http://schemas.openxmlformats.org/officeDocument/2006/relationships" id="257" r:id="R65c20020318b4874"/>
    <p:sldId xmlns:r="http://schemas.openxmlformats.org/officeDocument/2006/relationships" id="258" r:id="R301e3e4d8ad54ed6"/>
    <p:sldId xmlns:r="http://schemas.openxmlformats.org/officeDocument/2006/relationships" id="259" r:id="R26bd49580ec74663"/>
    <p:sldId xmlns:r="http://schemas.openxmlformats.org/officeDocument/2006/relationships" id="260" r:id="R17384d79400747bc"/>
    <p:sldId xmlns:r="http://schemas.openxmlformats.org/officeDocument/2006/relationships" id="261" r:id="Rfd6004976da24b81"/>
    <p:sldId xmlns:r="http://schemas.openxmlformats.org/officeDocument/2006/relationships" id="262" r:id="R8716815b472a4b4c"/>
    <p:sldId xmlns:r="http://schemas.openxmlformats.org/officeDocument/2006/relationships" id="263" r:id="R8abe9067159e42e1"/>
    <p:sldId xmlns:r="http://schemas.openxmlformats.org/officeDocument/2006/relationships" id="264" r:id="R0398a558aa424c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937b0114f404e" /><Relationship Type="http://schemas.openxmlformats.org/officeDocument/2006/relationships/slideMaster" Target="/ppt/slideMasters/slideMaster1.xml" Id="R7481ab8d58e84268" /><Relationship Type="http://schemas.openxmlformats.org/officeDocument/2006/relationships/notesMaster" Target="/ppt/notesMasters/notesMaster1.xml" Id="Rdbc20ff3fcba4ecd" /><Relationship Type="http://schemas.openxmlformats.org/officeDocument/2006/relationships/presProps" Target="/ppt/presProps.xml" Id="R00675491b07d4b03" /><Relationship Type="http://schemas.openxmlformats.org/officeDocument/2006/relationships/tableStyles" Target="/ppt/tableStyles.xml" Id="R3b550ef270204913" /><Relationship Type="http://schemas.openxmlformats.org/officeDocument/2006/relationships/slide" Target="/ppt/slides/slide1.xml" Id="R76ed56fb91c5451b" /><Relationship Type="http://schemas.openxmlformats.org/officeDocument/2006/relationships/slide" Target="/ppt/slides/slide2.xml" Id="R65c20020318b4874" /><Relationship Type="http://schemas.openxmlformats.org/officeDocument/2006/relationships/slide" Target="/ppt/slides/slide3.xml" Id="R301e3e4d8ad54ed6" /><Relationship Type="http://schemas.openxmlformats.org/officeDocument/2006/relationships/slide" Target="/ppt/slides/slide4.xml" Id="R26bd49580ec74663" /><Relationship Type="http://schemas.openxmlformats.org/officeDocument/2006/relationships/slide" Target="/ppt/slides/slide5.xml" Id="R17384d79400747bc" /><Relationship Type="http://schemas.openxmlformats.org/officeDocument/2006/relationships/slide" Target="/ppt/slides/slide6.xml" Id="Rfd6004976da24b81" /><Relationship Type="http://schemas.openxmlformats.org/officeDocument/2006/relationships/slide" Target="/ppt/slides/slide7.xml" Id="R8716815b472a4b4c" /><Relationship Type="http://schemas.openxmlformats.org/officeDocument/2006/relationships/slide" Target="/ppt/slides/slide8.xml" Id="R8abe9067159e42e1" /><Relationship Type="http://schemas.openxmlformats.org/officeDocument/2006/relationships/slide" Target="/ppt/slides/slide9.xml" Id="R0398a558aa42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5a122882f5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88e425aa64baa" /><Relationship Type="http://schemas.openxmlformats.org/officeDocument/2006/relationships/notesMaster" Target="/ppt/notesMasters/notesMaster1.xml" Id="Rf32abfb68e5b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5e503973924863" /><Relationship Type="http://schemas.openxmlformats.org/officeDocument/2006/relationships/notesMaster" Target="/ppt/notesMasters/notesMaster1.xml" Id="Re74e249ba84841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9800f8860d47e2" /><Relationship Type="http://schemas.openxmlformats.org/officeDocument/2006/relationships/notesMaster" Target="/ppt/notesMasters/notesMaster1.xml" Id="R0ee8a049489a48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2afd2f47ee46ec" /><Relationship Type="http://schemas.openxmlformats.org/officeDocument/2006/relationships/notesMaster" Target="/ppt/notesMasters/notesMaster1.xml" Id="Ref11bc5a55e041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74aa9397904245" /><Relationship Type="http://schemas.openxmlformats.org/officeDocument/2006/relationships/notesMaster" Target="/ppt/notesMasters/notesMaster1.xml" Id="R9c64df4eefc643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1bcfb6fd5546ca" /><Relationship Type="http://schemas.openxmlformats.org/officeDocument/2006/relationships/notesMaster" Target="/ppt/notesMasters/notesMaster1.xml" Id="R501c34f7c70340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ba50b9d0fe4dbb" /><Relationship Type="http://schemas.openxmlformats.org/officeDocument/2006/relationships/notesMaster" Target="/ppt/notesMasters/notesMaster1.xml" Id="R4a96779c724147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a01e26a3e34db0" /><Relationship Type="http://schemas.openxmlformats.org/officeDocument/2006/relationships/notesMaster" Target="/ppt/notesMasters/notesMaster1.xml" Id="R983d4cb65cea46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896196b2d34aa0" /><Relationship Type="http://schemas.openxmlformats.org/officeDocument/2006/relationships/notesMaster" Target="/ppt/notesMasters/notesMaster1.xml" Id="R772fa4e071a5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C:/Users/Windows11/Desktop/icanfly/qa/i-can-fly-title.png (프로젝트 실제 화면)</a:t>
            </a:r>
          </a:p>
          <a:p xmlns:a="http://schemas.openxmlformats.org/drawingml/2006/main">
            <a:r>
              <a:t>구성 기준: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정보 출처: C:/Users/Windows11/Desktop/icanfly/README.md</a:t>
            </a:r>
          </a:p>
          <a:p xmlns:a="http://schemas.openxmlformats.org/drawingml/2006/main">
            <a:r>
              <a:t>화면 출처: C:/Users/Windows11/Desktop/icanfly/qa/stages-desktop.png</a:t>
            </a:r>
          </a:p>
          <a:p xmlns:a="http://schemas.openxmlformats.org/drawingml/2006/main">
            <a:r>
              <a:t>발표 항목 출처: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C:/Users/Windows11/Desktop/icanfly/qa/presentation-gameplay.png</a:t>
            </a:r>
          </a:p>
          <a:p xmlns:a="http://schemas.openxmlformats.org/drawingml/2006/main">
            <a:r>
              <a:t>이 슬라이드는 발표 가이드에서 가장 중요한 실제 플레이 시연 항목을 반영함.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 규칙 출처: C:/Users/Windows11/Desktop/icanfly/README.md</a:t>
            </a:r>
          </a:p>
          <a:p xmlns:a="http://schemas.openxmlformats.org/drawingml/2006/main">
            <a:r>
              <a:t>발표 항목 출처: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이미지 출처: C:/Users/Windows11/Desktop/icanfly/design/unused/forest-illustration-v1.png (AI 생성 초안, 최종 게임에는 미사용)</a:t>
            </a:r>
          </a:p>
          <a:p xmlns:a="http://schemas.openxmlformats.org/drawingml/2006/main">
            <a:r>
              <a:t>오른쪽 이미지 출처: C:/Users/Windows11/Desktop/icanfly/qa/i-can-fly-title.png</a:t>
            </a:r>
          </a:p>
          <a:p xmlns:a="http://schemas.openxmlformats.org/drawingml/2006/main">
            <a:r>
              <a:t>개발 기록 출처: C:/Users/Windows11/Desktop/icanfly/UPGRADE.md</a:t>
            </a:r>
          </a:p>
          <a:p xmlns:a="http://schemas.openxmlformats.org/drawingml/2006/main">
            <a:r>
              <a:t>평가 기준: D:/Download/project1_평가항목.pdf — AI 활용 과정과 검증·수정 반영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및 검증 기록 출처: C:/Users/Windows11/Desktop/icanfly/README.md</a:t>
            </a:r>
          </a:p>
          <a:p xmlns:a="http://schemas.openxmlformats.org/drawingml/2006/main">
            <a:r>
              <a:t>개선 기록 출처: C:/Users/Windows11/Desktop/icanfly/UPGRADE.md</a:t>
            </a:r>
          </a:p>
          <a:p xmlns:a="http://schemas.openxmlformats.org/drawingml/2006/main">
            <a:r>
              <a:t>평가 기준 출처: D:/Download/project1_평가항목.pdf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문제와 해결 과정 출처: C:/Users/Windows11/Desktop/icanfly/UPGRADE.md</a:t>
            </a:r>
          </a:p>
          <a:p xmlns:a="http://schemas.openxmlformats.org/drawingml/2006/main">
            <a:r>
              <a:t>검증 방식 출처: C:/Users/Windows11/Desktop/icanfly/README.md</a:t>
            </a:r>
          </a:p>
          <a:p xmlns:a="http://schemas.openxmlformats.org/drawingml/2006/main">
            <a:r>
              <a:t>발표 항목 출처: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C:/Users/Windows11/Desktop/icanfly/qa/presentation-result.png</a:t>
            </a:r>
          </a:p>
          <a:p xmlns:a="http://schemas.openxmlformats.org/drawingml/2006/main">
            <a:r>
              <a:t>현재 실행 상태 출처: C:/Users/Windows11/Desktop/icanfly/README.md</a:t>
            </a:r>
          </a:p>
          <a:p xmlns:a="http://schemas.openxmlformats.org/drawingml/2006/main">
            <a:r>
              <a:t>공개 배포 URL은 아직 확인되지 않아 자리표시자로 남김.</a:t>
            </a:r>
          </a:p>
          <a:p xmlns:a="http://schemas.openxmlformats.org/drawingml/2006/main">
            <a:r>
              <a:t>평가 기준 출처: D:/Download/project1_평가항목.pdf — 배포 및 실행 가능 여부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현황 출처: C:/Users/Windows11/Desktop/icanfly/README.md</a:t>
            </a:r>
          </a:p>
          <a:p xmlns:a="http://schemas.openxmlformats.org/drawingml/2006/main">
            <a:r>
              <a:t>개선 방향 출처: C:/Users/Windows11/Desktop/icanfly/UPGRADE.md 및 현재 프로젝트 상태를 바탕으로 정리</a:t>
            </a:r>
          </a:p>
          <a:p xmlns:a="http://schemas.openxmlformats.org/drawingml/2006/main">
            <a:r>
              <a:t>마무리 구성 기준: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974b0acec47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531ca211194669" /><Relationship Type="http://schemas.openxmlformats.org/officeDocument/2006/relationships/slideLayout" Target="/ppt/slideLayouts/slideLayout1.xml" Id="R4a69e0be97b5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9e0be97b5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b75427d5b4c39" /><Relationship Type="http://schemas.openxmlformats.org/officeDocument/2006/relationships/image" Target="/ppt/media/image.jpeg" Id="Ra57d41fe340c461d" /><Relationship Type="http://schemas.openxmlformats.org/officeDocument/2006/relationships/notesSlide" Target="/ppt/notesSlides/notesSlide1.xml" Id="R7d776dd6ec8f40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abd6e413c46b0" /><Relationship Type="http://schemas.openxmlformats.org/officeDocument/2006/relationships/image" Target="/ppt/media/image2.jpeg" Id="R2556956bd5c641f6" /><Relationship Type="http://schemas.openxmlformats.org/officeDocument/2006/relationships/notesSlide" Target="/ppt/notesSlides/notesSlide2.xml" Id="Re307e883bd1140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b23aba0394c7c" /><Relationship Type="http://schemas.openxmlformats.org/officeDocument/2006/relationships/image" Target="/ppt/media/image3.jpeg" Id="R947bc5f8f7bc41a2" /><Relationship Type="http://schemas.openxmlformats.org/officeDocument/2006/relationships/notesSlide" Target="/ppt/notesSlides/notesSlide3.xml" Id="R59cb43ddd67b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db6be20dc4ae7" /><Relationship Type="http://schemas.openxmlformats.org/officeDocument/2006/relationships/notesSlide" Target="/ppt/notesSlides/notesSlide4.xml" Id="Rcf3ecac6140d4b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5da4b72ba4a9f" /><Relationship Type="http://schemas.openxmlformats.org/officeDocument/2006/relationships/image" Target="/ppt/media/image.png" Id="R46eb82240e6c4555" /><Relationship Type="http://schemas.openxmlformats.org/officeDocument/2006/relationships/image" Target="/ppt/media/image4.jpeg" Id="Re6c5f1659afc421b" /><Relationship Type="http://schemas.openxmlformats.org/officeDocument/2006/relationships/notesSlide" Target="/ppt/notesSlides/notesSlide5.xml" Id="R9030e35bbda34a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6bf1ba5c94f21" /><Relationship Type="http://schemas.openxmlformats.org/officeDocument/2006/relationships/notesSlide" Target="/ppt/notesSlides/notesSlide6.xml" Id="Rc3fb1dccb1204c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ad63b2c984c0a" /><Relationship Type="http://schemas.openxmlformats.org/officeDocument/2006/relationships/notesSlide" Target="/ppt/notesSlides/notesSlide7.xml" Id="R0c5e2c3e2e3144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b33f771464e32" /><Relationship Type="http://schemas.openxmlformats.org/officeDocument/2006/relationships/image" Target="/ppt/media/image5.jpeg" Id="Rba44e0f485344568" /><Relationship Type="http://schemas.openxmlformats.org/officeDocument/2006/relationships/notesSlide" Target="/ppt/notesSlides/notesSlide8.xml" Id="R67f0aed17d834d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05f60d63f49c7" /><Relationship Type="http://schemas.openxmlformats.org/officeDocument/2006/relationships/notesSlide" Target="/ppt/notesSlides/notesSlide9.xml" Id="Re19c9db8f7d84d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d41fe340c461d"/>
          <a:srcRect xmlns:a="http://schemas.openxmlformats.org/drawingml/2006/main" l="16797" t="0" r="167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0"/>
            <a:ext cx="8096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A5EDD-7953-4418-9DE2-CB71035F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FCDC0-F17D-4FF2-9DEE-FE9AEF0C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45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D52EC-574C-4A69-9D6E-C00D49B0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29021-850B-4054-860D-E005AB8C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I CAN</a:t>
            </a:r>
          </a:p>
          <a:p xmlns:a="http://schemas.openxmlformats.org/drawingml/2006/main">
            <a:pPr algn="l">
              <a:def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FLY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98C82-2FA2-4F54-93D2-AEA6D5E3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대포를 타고 숲을 건너는</a:t>
            </a:r>
          </a:p>
          <a:p xmlns:a="http://schemas.openxmlformats.org/drawingml/2006/main">
            <a:pPr algn="l">
              <a:def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6B8B5-A4E3-48BC-8F8D-58AEF90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61673-07BA-453E-B53C-CA77385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[학번]  [이름]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450E8-D03A-4A1F-BB3E-B525F6D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프로젝트 1 발표</a:t>
            </a:r>
          </a:p>
        </p:txBody>
      </p:sp>
    </p:spTree>
    <p:extLst>
      <p:ext uri="{BB962C8B-B14F-4D97-AF65-F5344CB8AC3E}">
        <p14:creationId xmlns:p14="http://schemas.microsoft.com/office/powerpoint/2010/main" val="1682648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DE678-AC96-4A48-BE76-02B39FA0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D8CAD-5B1B-4C1B-9997-BC8CE278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65C49-4D40-49AE-A861-5D2E0BC7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게임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650C3-50D5-4EE7-B408-4B17D8BC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한 문장으로 설명하기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3EE87-2602-4FC5-ADBF-35571A2A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22E60-1A36-4D33-AE58-69A99C9B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536F8-0F35-4A35-A754-BC4B07E3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2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3109C-34F6-4EF7-BF31-9A6A8818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회전하는 대포의 타이밍을 읽고</a:t>
            </a:r>
          </a:p>
          <a:p xmlns:a="http://schemas.openxmlformats.org/drawingml/2006/main">
            <a:pPr algn="l">
              <a:def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다음 대포까지 연속으로 날아가는 게임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0FA2E-EAB8-49DC-9C3D-FAF316F4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장르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7299B-AB49-44F1-9F7E-7D0F7F51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431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59251-2FA9-41AA-8173-EA400AD1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EE6A0-D69F-4337-A8F4-281FD44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1259D-7F03-4716-BEB0-01710F33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70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타이밍 게임을 가볍게 즐기는 플레이어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69B49-7807-45DF-8A97-2236B62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C377E-8D4C-4AF4-B019-29300E9C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플레이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7795C-24B1-41B6-8CFD-78605A4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스테이지당 약 30–90초 · 기획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B2940-94C5-4079-BECF-39C764A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C99D2-2DFC-4969-A68B-E8385D6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핵심 재미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C3798-03E1-4A1F-BB1E-0218E3E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방향을 읽고 연속 발사에 성공하는 순간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BC342-4C4C-4079-A34A-FC567813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75D6C-287C-4CB9-811F-AC52ABB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076325"/>
            <a:ext cx="5867400" cy="4905375"/>
          </a:xfrm>
          <a:prstGeom xmlns:a="http://schemas.openxmlformats.org/drawingml/2006/main" prst="roundRect">
            <a:avLst>
              <a:gd name="adj" fmla="val 1553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6956bd5c641f6"/>
          <a:srcRect xmlns:a="http://schemas.openxmlformats.org/drawingml/2006/main" l="12322" t="0" r="123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1190625"/>
            <a:ext cx="5638800" cy="46767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C3053-167E-4373-AA4A-9EEA7802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267DA-8280-4951-921D-7A30EC6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86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현재 11개 스테이지</a:t>
            </a:r>
          </a:p>
        </p:txBody>
      </p:sp>
    </p:spTree>
    <p:extLst>
      <p:ext uri="{BB962C8B-B14F-4D97-AF65-F5344CB8AC3E}">
        <p14:creationId xmlns:p14="http://schemas.microsoft.com/office/powerpoint/2010/main" val="1976669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C37A5-6028-449A-90C1-30EC7AFE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B176E-64A2-4C4D-BB7E-DB4DACC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실제 플레이 화면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bc5f8f7bc41a2"/>
          <a:stretch xmlns:a="http://schemas.openxmlformats.org/drawingml/2006/main"/>
        </p:blipFill>
        <p:spPr>
          <a:xfrm xmlns:a="http://schemas.openxmlformats.org/drawingml/2006/main">
            <a:off x="1303867" y="790575"/>
            <a:ext cx="9584267" cy="5391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39790-29B2-4902-9B76-7330F920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F4C63-86C2-42DC-A9CF-1CE5DBEB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5312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197E5-3E9E-4C53-B507-40F851D5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62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① 방향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12B7B-F91E-485C-A4E5-C30EF974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6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79C98-5BB3-4A13-A461-DD807204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953125"/>
            <a:ext cx="2209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A0002-CF32-4FE4-A71F-B7602F4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9626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② Space / 클릭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C9402-30F5-41FC-8B67-C7C78014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6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AD9F0-E5F9-4A87-A49C-34461B11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953125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B7C95-602E-46EA-AE78-3F575C77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962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③ 다음 대포 연결</a:t>
            </a:r>
          </a:p>
        </p:txBody>
      </p:sp>
    </p:spTree>
    <p:extLst>
      <p:ext uri="{BB962C8B-B14F-4D97-AF65-F5344CB8AC3E}">
        <p14:creationId xmlns:p14="http://schemas.microsoft.com/office/powerpoint/2010/main" val="918014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D362C-DE76-4644-AB36-46CB4287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8CF67-5E1C-47A9-98E8-7B66F40C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28A31-156B-46DA-97EE-BE0C424E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핵심 게임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C4C84-B6C6-41DC-B649-C60DF52E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한 번의 입력으로 이어지는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473CC-CC3A-4AE6-9AF3-1A2F59A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09D3D-754B-4964-8076-8E077017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6EB07-70CD-4C70-8360-76CA1049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4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52070-6FBC-4CB7-B274-570E62B5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A8A13-B81B-4DF5-945A-753EB771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7915F-1B21-4471-A94E-A6DFA00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대포 탑승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D3A2F-5964-4E6E-AD8F-C4EB07A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85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0814D-5163-498A-9827-5335618F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78965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A150A-7957-4649-AEE3-95A0E4EB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59A02-211D-4DF2-B2C9-FE9D18BC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방향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0009F-FFDA-4D8D-B8CA-B551E27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312E7-9EE6-456C-BB45-CBE49513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99A6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DFE6C-EAAA-4E49-8814-33F1FB09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EEA15-B46B-4675-A5A4-D5ABDDB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EEF31-18F0-4D39-9B96-3D256574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85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F453C-F2E6-4E4A-9593-F00CCBB4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2C459-718C-4B7A-B2F5-F402512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5E2C1-C063-4702-8155-80D90EA1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다음 대포 / 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BD965-70FC-4EFF-8040-4FA2E5C7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62325"/>
            <a:ext cx="111442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3EDC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8FD64-AF71-4299-8E4C-5534396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조작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66F6D-86EB-4FA1-9C34-D861968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04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Space 또는 화면 클릭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20326-7129-4B32-A1DA-78C729E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성공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ABD07-B8C3-4246-A6F3-A01F7708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053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집에 도착하면 클리어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59D0C-25B0-4444-9BA5-1D566A36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실패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634B33-C467-447B-9586-2C84C668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101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숲 벽·가시문에 충돌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EF93E-A453-444A-B7C7-2BFF63EA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DF0A2E-2593-480B-84B0-4199A28F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766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8방향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97CBF-5A41-4C5B-ADC9-3595C7D5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45° 단위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A89F72-7C57-4C5D-9204-BAFD0B1E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26C68-D435-46AD-BD33-4B79DE8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4방향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78DEEF-BE12-4D04-B807-F3197867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90° 단위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2CBB4B-70D1-4265-8348-2B68992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768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261C28-6CD6-4B00-95FE-3A6DED38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530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자동 대포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606207-378A-4F95-AA59-8E5734A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0.5초 후 발사</a:t>
            </a:r>
          </a:p>
        </p:txBody>
      </p:sp>
    </p:spTree>
    <p:extLst>
      <p:ext uri="{BB962C8B-B14F-4D97-AF65-F5344CB8AC3E}">
        <p14:creationId xmlns:p14="http://schemas.microsoft.com/office/powerpoint/2010/main" val="1368110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64477-B7EB-4A03-BA06-F06F221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74DA9-F811-40AF-974F-D7460BB9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D6273-3720-4ABA-A4DC-5151EE3E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생성형 AI 활용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CCD9F-7DA8-4411-896B-9700E502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제안 그대로가 아니라 검토 후 수정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E792E-FD06-48C6-BDB0-90DFF6D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0D56B-A858-4B9D-865D-3BE22621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D78F8-5305-4CB4-A765-CE89BE4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5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5450A-FD4D-41FD-B1C6-6DA2085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AI가 만든 초안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21BCA-EF76-4305-9DE3-2D81FB50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191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최종 게임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3583F-ABE8-4C40-919C-A542DB02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49530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b82240e6c4555"/>
          <a:srcRect xmlns:a="http://schemas.openxmlformats.org/drawingml/2006/main" l="6246" t="0" r="62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4724400" cy="3038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DBD56-C373-446C-AE00-F07127A0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09700"/>
            <a:ext cx="49530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5f1659afc421b"/>
          <a:srcRect xmlns:a="http://schemas.openxmlformats.org/drawingml/2006/main" l="6270" t="0" r="6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524000"/>
            <a:ext cx="4724400" cy="30384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DB5E6-873E-47D7-B7C9-8CD59171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B434F-3DC6-41C1-8E3D-8B720CEB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472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일러스트 느낌이 강하고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게임 화면과 톤이 맞지 않아 미사용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0589B-89F7-40F0-8DE1-37DA769A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472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픽셀 크기·외곽선·제한 색상을 정하고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코드 기반 도트 아트로 다시 제작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EF0EA-C00B-450F-BB2F-823A65A1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10250"/>
            <a:ext cx="491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E0464-15E9-4325-89A4-ADC6B68B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197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AI 초안 → 직접 검토 → 수정 반영</a:t>
            </a:r>
          </a:p>
        </p:txBody>
      </p:sp>
    </p:spTree>
    <p:extLst>
      <p:ext uri="{BB962C8B-B14F-4D97-AF65-F5344CB8AC3E}">
        <p14:creationId xmlns:p14="http://schemas.microsoft.com/office/powerpoint/2010/main" val="91173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C0D9E-C74D-4631-B02D-07161E4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973D3-79B9-4CFB-B3AD-2C575D28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65CA2-1421-47A3-9E37-A9164ABA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AI 활용 상세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3A82F-4ECF-49FF-A57E-96B6C75F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코드 제안 → 실행 → 검증 → 수정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21598-EB9D-47E0-891D-3870111D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7F7EB-BE2E-4830-B645-583F8BE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F8DDD-0013-4363-83A6-6F4579F6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6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18F8C-CB0D-4B12-8EC6-FF138AA7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EC0D1-559A-424A-B974-7AB71EF4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요구 정리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66A6F-C9D7-4F34-8962-E041DD8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382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D35F9-E8CD-44E0-A9F8-A6E83836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93677-3748-47C3-94D2-BEBCA08C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AI 코드 제안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690C2-FAFB-471D-B7B0-262CD24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382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BDDCD-A43A-4C94-B3AE-F5753725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BC406-A6FE-4213-8AC2-9CEA5950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직접 실행·확인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3D207-7C0D-4418-919F-55681B2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382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CE08E-028A-4C89-B01A-35F428AA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9E198-5409-4A03-8A19-FE11E422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수정 반복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6DC26-1682-4B27-8A61-6A3FDB5F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52197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3ED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621DB-2F34-4F43-B35C-28B2F353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AI가 도운 부분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F699C-0FD6-46C2-AA76-0604019F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3338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게임 로직 초안</a:t>
            </a:r>
          </a:p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충돌·맵 검증 코드</a:t>
            </a:r>
          </a:p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메뉴·설정 UI 정리</a:t>
            </a:r>
          </a:p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간단한 Web Audio 사운드 코드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4E087-241C-4AC4-BD66-F7819ABC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5505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30A71-0715-4D40-BE4E-73A262E7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24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직접 확인한 부분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CA06C-2682-4AC7-A5E1-CE4703E2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4762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11개 맵을 4가지 프레임 간격으로 검사</a:t>
            </a:r>
          </a:p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대포 간 이동 가능 여부 확인</a:t>
            </a:r>
          </a:p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별·얼음·일시정지·기록 저장 테스트</a:t>
            </a:r>
          </a:p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최종 비주얼은 코드로 다시 제작</a:t>
            </a:r>
          </a:p>
        </p:txBody>
      </p:sp>
    </p:spTree>
    <p:extLst>
      <p:ext uri="{BB962C8B-B14F-4D97-AF65-F5344CB8AC3E}">
        <p14:creationId xmlns:p14="http://schemas.microsoft.com/office/powerpoint/2010/main" val="41802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41115-8C17-46E0-AD23-6930B84F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6D0E4-92E9-4BE2-B4F6-BEF740F4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55F9E-8683-478C-B989-07FB56E6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가장 어려웠던 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7E4C2-5645-4EDE-9C69-73C727B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고정 각도 대포와 맵을 정확히 맞추기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E4C59-B236-48CE-9844-80429477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87898-425D-4BBD-91CC-B88D13E7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E51F5-F19B-4211-ABA9-CCE8AA6C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7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CD32F-28AD-4BE4-A655-5B2EE476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6291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2D8C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84662-5044-4368-A758-A49AC4E1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954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969AC-DF23-4EC1-8A9C-C8848D57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대포는 45° / 90°로만 회전하지만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다음 대포와 통로가 그 각도에 맞지 않아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첫 발사부터 진행할 수 없는 맵이 생김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EEE99-DD64-4EE2-94FA-83221BC4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6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출발 ●    ╱    ○ 다음 대포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782C0-73E7-4E0B-AFCD-1E535754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3FEE1-427B-4B89-91D2-D637EAF4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57300"/>
            <a:ext cx="46863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DCE8C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EA663-C2B5-46AE-9165-05099DD8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954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해결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55035-5636-4166-A56B-99DD9A4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45° / 90° 나침반 격자에 대포를 배치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실제 비행선에 맞춰 통로를 열고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도달 불가능한 맵은 검증기에서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BB736-0E52-404D-A156-FEED7281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출발 ●  ─────  ○ 다음 대포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1A3BE-5C4F-4F12-88BC-61A4667B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76900"/>
            <a:ext cx="567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11D41-AC83-40FD-B1FF-4799A657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86425"/>
            <a:ext cx="567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결과: 모든 스테이지의 핵심 경로 자동 검증</a:t>
            </a:r>
          </a:p>
        </p:txBody>
      </p:sp>
    </p:spTree>
    <p:extLst>
      <p:ext uri="{BB962C8B-B14F-4D97-AF65-F5344CB8AC3E}">
        <p14:creationId xmlns:p14="http://schemas.microsoft.com/office/powerpoint/2010/main" val="1596768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3AF16-936E-421F-A1AC-9328545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A558A-8C6D-49E9-BFA1-C94FFDC0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8F9B4-591B-48BE-A6FB-214D5F9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실행 및 배포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2E37E-02FB-437A-94BC-3E87F1B6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현재는 로컬 테스트 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04353-BD54-4FBA-B70D-FB46D1BC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E327C-CC3E-471A-B49E-655C4E1F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6A81-D584-495A-A27A-62040D1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8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BDD77-4F5A-4B7C-8403-E27445D5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7086600" cy="47244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4e0f485344568"/>
          <a:srcRect xmlns:a="http://schemas.openxmlformats.org/drawingml/2006/main" l="7097" t="0" r="7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71575"/>
            <a:ext cx="6858000" cy="4495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2C6F0-2E06-4468-B0FA-2E626EA3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현재 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B33CB-D007-4A83-9C66-D682D5FE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9725"/>
            <a:ext cx="328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웹 브라우저 실행</a:t>
            </a:r>
          </a:p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11개 스테이지 플레이</a:t>
            </a:r>
          </a:p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경로·별·기믹 자동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910C3-BBBD-40AF-B038-8563A91F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발표 전 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AF7CC-8909-45A6-BF16-E652538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3286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공개 URL 배포</a:t>
            </a:r>
          </a:p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접속 QR 코드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2E94A-1954-4986-8038-123F03C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3524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EDCF"/>
          </a:solidFill>
          <a:ln xmlns:a="http://schemas.openxmlformats.org/drawingml/2006/main" w="19050">
            <a:solidFill>
              <a:srgbClr val="E0C78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9118B-2794-4932-BCCD-ADD8E07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86325"/>
            <a:ext cx="318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배포 URL / QR 추가</a:t>
            </a:r>
          </a:p>
        </p:txBody>
      </p:sp>
    </p:spTree>
    <p:extLst>
      <p:ext uri="{BB962C8B-B14F-4D97-AF65-F5344CB8AC3E}">
        <p14:creationId xmlns:p14="http://schemas.microsoft.com/office/powerpoint/2010/main" val="1662130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A8233-4729-415D-8E21-B7B09907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B1F5A-6A2F-4538-805D-C49DC5FE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A0526-DF5E-411B-AF3E-EFDB3E70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마무리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6091A-9AFC-4703-92A4-6C4B05CA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완성한 점과 다음 개선 방향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31A29-73F0-49D2-80E2-BB77A619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ED8BB-4EED-4E91-BB8D-5FB33A41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79F0D-C7D7-4733-81A8-A148229A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9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B5323-1B11-4559-A35E-D2E7C75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한 번의 입력만으로도</a:t>
            </a:r>
          </a:p>
          <a:p xmlns:a="http://schemas.openxmlformats.org/drawingml/2006/main">
            <a:pPr algn="ctr">
              <a:def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타이밍과 경로 판단이 생기는 게임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0715E-877E-4B8D-AA07-38CB266A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333750" cy="2828925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7326A-EC9A-43E2-B4BD-53DBF70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잘된 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81007-4969-4A89-9D51-9757A3B6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원버튼 핵심 재미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도트 비주얼 통일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맵 자동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A794E-11A8-4D10-B625-9F44A163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3333750" cy="2828925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EADFC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2E588-63CA-4E99-A422-56518AE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574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아쉬운 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2B65C-959D-4C99-9CE5-B21C9307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24225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공개 배포 미완료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실제 플레이어 난이도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데이터 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75B7B-5860-45F4-BBA4-67A89EAC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3333750" cy="2828925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8B27B-8DEC-4BEC-918D-38CEB3EB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다음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CC891-18A3-4BD7-9EFC-D08CE931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24225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고스트 리플레이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캐릭터 애니메이션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웹 공개 배포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EEE56-9F5D-45A4-8FDF-8C4A4A20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3405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93CEE-429D-4345-BB96-BED4AD6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43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655206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2026-09-29T03:22:23.5860000Z</dcterms:created>
  <dcterms:modified xsi:type="dcterms:W3CDTF">2026-09-29T03:22:23.5860000Z</dcterms:modified>
</coreProperties>
</file>