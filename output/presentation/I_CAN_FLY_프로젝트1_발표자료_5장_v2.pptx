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c903c1d7054626" /><Relationship Type="http://schemas.openxmlformats.org/officeDocument/2006/relationships/extended-properties" Target="/docProps/app.xml" Id="R9406cc6e33054c7b" /><Relationship Type="http://schemas.openxmlformats.org/officeDocument/2006/relationships/officeDocument" Target="/ppt/presentation.xml" Id="R85984deaac954e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3064f54cdf4dbf"/>
  </p:sldMasterIdLst>
  <p:notesMasterIdLst>
    <p:notesMasterId xmlns:r="http://schemas.openxmlformats.org/officeDocument/2006/relationships" r:id="R0defc3cebe17407d"/>
  </p:notesMasterIdLst>
  <p:sldIdLst>
    <p:sldId xmlns:r="http://schemas.openxmlformats.org/officeDocument/2006/relationships" id="256" r:id="R517e4bf699ad4d16"/>
    <p:sldId xmlns:r="http://schemas.openxmlformats.org/officeDocument/2006/relationships" id="257" r:id="R584f833903564f76"/>
    <p:sldId xmlns:r="http://schemas.openxmlformats.org/officeDocument/2006/relationships" id="258" r:id="R526fe2b389f04745"/>
    <p:sldId xmlns:r="http://schemas.openxmlformats.org/officeDocument/2006/relationships" id="259" r:id="R162bcfba351246bd"/>
    <p:sldId xmlns:r="http://schemas.openxmlformats.org/officeDocument/2006/relationships" id="260" r:id="R8d9876e297e74d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896f174e1445a5" /><Relationship Type="http://schemas.openxmlformats.org/officeDocument/2006/relationships/slideMaster" Target="/ppt/slideMasters/slideMaster1.xml" Id="R323064f54cdf4dbf" /><Relationship Type="http://schemas.openxmlformats.org/officeDocument/2006/relationships/notesMaster" Target="/ppt/notesMasters/notesMaster1.xml" Id="R0defc3cebe17407d" /><Relationship Type="http://schemas.openxmlformats.org/officeDocument/2006/relationships/presProps" Target="/ppt/presProps.xml" Id="Rb01818b6eec64eae" /><Relationship Type="http://schemas.openxmlformats.org/officeDocument/2006/relationships/tableStyles" Target="/ppt/tableStyles.xml" Id="Rc393f48c0e4c44eb" /><Relationship Type="http://schemas.openxmlformats.org/officeDocument/2006/relationships/slide" Target="/ppt/slides/slide1.xml" Id="R517e4bf699ad4d16" /><Relationship Type="http://schemas.openxmlformats.org/officeDocument/2006/relationships/slide" Target="/ppt/slides/slide2.xml" Id="R584f833903564f76" /><Relationship Type="http://schemas.openxmlformats.org/officeDocument/2006/relationships/slide" Target="/ppt/slides/slide3.xml" Id="R526fe2b389f04745" /><Relationship Type="http://schemas.openxmlformats.org/officeDocument/2006/relationships/slide" Target="/ppt/slides/slide4.xml" Id="R162bcfba351246bd" /><Relationship Type="http://schemas.openxmlformats.org/officeDocument/2006/relationships/slide" Target="/ppt/slides/slide5.xml" Id="R8d9876e297e74d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44a99a9d9549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8aaf4b78a1495e" /><Relationship Type="http://schemas.openxmlformats.org/officeDocument/2006/relationships/notesMaster" Target="/ppt/notesMasters/notesMaster1.xml" Id="R6ef5edcfad1b4f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99c8075b7f4b41" /><Relationship Type="http://schemas.openxmlformats.org/officeDocument/2006/relationships/notesMaster" Target="/ppt/notesMasters/notesMaster1.xml" Id="R3b77959b16b44a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57d55d7f4743e6" /><Relationship Type="http://schemas.openxmlformats.org/officeDocument/2006/relationships/notesMaster" Target="/ppt/notesMasters/notesMaster1.xml" Id="R4b1af690f02d4c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d9c83cac984ded" /><Relationship Type="http://schemas.openxmlformats.org/officeDocument/2006/relationships/notesMaster" Target="/ppt/notesMasters/notesMaster1.xml" Id="R24aee43dde4247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72484ffed24640" /><Relationship Type="http://schemas.openxmlformats.org/officeDocument/2006/relationships/notesMaster" Target="/ppt/notesMasters/notesMaster1.xml" Id="R8d1e43e1f15945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출처: C:/Users/Windows11/Desktop/icanfly/qa/i-can-fly-title.png</a:t>
            </a:r>
          </a:p>
          <a:p xmlns:a="http://schemas.openxmlformats.org/drawingml/2006/main">
            <a:r>
              <a:t>발표 구성 참고: D:/Download/project1_9월 30일 프로젝트1 발표 가이드.pdf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프로젝트 정보: C:/Users/Windows11/Desktop/icanfly/README.md</a:t>
            </a:r>
          </a:p>
          <a:p xmlns:a="http://schemas.openxmlformats.org/drawingml/2006/main">
            <a:r>
              <a:t>화면 출처: C:/Users/Windows11/Desktop/icanfly/qa/stages-desktop.png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출처: C:/Users/Windows11/Desktop/icanfly/qa/presentation-gameplay.png</a:t>
            </a:r>
          </a:p>
          <a:p xmlns:a="http://schemas.openxmlformats.org/drawingml/2006/main">
            <a:r>
              <a:t>게임 규칙: C:/Users/Windows11/Desktop/icanfly/README.md</a:t>
            </a:r>
          </a:p>
          <a:p xmlns:a="http://schemas.openxmlformats.org/drawingml/2006/main">
            <a:r>
              <a:t>실제 플레이 화면을 크게 보여 주라는 발표 가이드를 반영함.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문제 해결 과정: C:/Users/Windows11/Desktop/icanfly/UPGRADE.md</a:t>
            </a:r>
          </a:p>
          <a:p xmlns:a="http://schemas.openxmlformats.org/drawingml/2006/main">
            <a:r>
              <a:t>검증 기록: C:/Users/Windows11/Desktop/icanfly/README.md</a:t>
            </a:r>
          </a:p>
          <a:p xmlns:a="http://schemas.openxmlformats.org/drawingml/2006/main">
            <a:r>
              <a:t>평가 항목의 AI 활용 과정은 발표 흐름을 방해하지 않도록 한 문장으로 축약함.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출처: C:/Users/Windows11/Desktop/icanfly/qa/presentation-result.png</a:t>
            </a:r>
          </a:p>
          <a:p xmlns:a="http://schemas.openxmlformats.org/drawingml/2006/main">
            <a:r>
              <a:t>프로젝트 현황: C:/Users/Windows11/Desktop/icanfly/README.md</a:t>
            </a:r>
          </a:p>
          <a:p xmlns:a="http://schemas.openxmlformats.org/drawingml/2006/main">
            <a:r>
              <a:t>공개 배포 URL은 아직 확인되지 않아 자리표시자로 남김.</a:t>
            </a:r>
          </a:p>
          <a:p xmlns:a="http://schemas.openxmlformats.org/drawingml/2006/main">
            <a:r>
              <a:t>평가 항목 참고: D:/Download/project1_평가항목.pdf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0285b536cd42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d7f9e01e774e45" /><Relationship Type="http://schemas.openxmlformats.org/officeDocument/2006/relationships/slideLayout" Target="/ppt/slideLayouts/slideLayout1.xml" Id="R674d9872befb43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4d9872befb43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0b7c24be54cf0" /><Relationship Type="http://schemas.openxmlformats.org/officeDocument/2006/relationships/image" Target="/ppt/media/image.jpeg" Id="Rb613ebd0ea254274" /><Relationship Type="http://schemas.openxmlformats.org/officeDocument/2006/relationships/notesSlide" Target="/ppt/notesSlides/notesSlide1.xml" Id="R18135111371047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2b5ad24374760" /><Relationship Type="http://schemas.openxmlformats.org/officeDocument/2006/relationships/image" Target="/ppt/media/image2.jpeg" Id="Ref73dc73138d42f1" /><Relationship Type="http://schemas.openxmlformats.org/officeDocument/2006/relationships/notesSlide" Target="/ppt/notesSlides/notesSlide2.xml" Id="Rb07ee9d0868b4a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8a15caabb4628" /><Relationship Type="http://schemas.openxmlformats.org/officeDocument/2006/relationships/image" Target="/ppt/media/image3.jpeg" Id="R3b7134fc8f03419e" /><Relationship Type="http://schemas.openxmlformats.org/officeDocument/2006/relationships/notesSlide" Target="/ppt/notesSlides/notesSlide3.xml" Id="R14ef0bca3d274b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29182f64134aa2" /><Relationship Type="http://schemas.openxmlformats.org/officeDocument/2006/relationships/notesSlide" Target="/ppt/notesSlides/notesSlide4.xml" Id="R05f4d12028bc43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52fabc8a24b33" /><Relationship Type="http://schemas.openxmlformats.org/officeDocument/2006/relationships/image" Target="/ppt/media/image4.jpeg" Id="R6d3f4186fc324644" /><Relationship Type="http://schemas.openxmlformats.org/officeDocument/2006/relationships/notesSlide" Target="/ppt/notesSlides/notesSlide5.xml" Id="R7fe61cc4b74e4a9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13ebd0ea25427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5E002-5996-4902-93D9-DDBBE211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591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2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355E7-146D-4955-B4C3-504CECF0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C98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7D67C2-BB76-425F-B6C6-0540A049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33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C9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E2C983"/>
                </a:solidFill>
                <a:latin typeface="Noto Sans KR"/>
                <a:ea typeface="Noto Sans KR"/>
                <a:cs typeface="Noto Sans KR"/>
              </a:rPr>
              <a:t>PROJECT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6BD08F-2CDB-47EC-A206-5522C8FA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3143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F4EECF"/>
                </a:solidFill>
                <a:latin typeface="Noto Sans KR"/>
                <a:ea typeface="Noto Sans KR"/>
                <a:cs typeface="Noto Sans KR"/>
              </a:defRPr>
            </a:pPr>
            <a:r>
              <a:rPr sz="3975" b="1">
                <a:solidFill>
                  <a:srgbClr val="F4EECF"/>
                </a:solidFill>
                <a:latin typeface="Noto Sans KR"/>
                <a:ea typeface="Noto Sans KR"/>
                <a:cs typeface="Noto Sans KR"/>
              </a:rPr>
              <a:t>I CAN</a:t>
            </a:r>
          </a:p>
          <a:p xmlns:a="http://schemas.openxmlformats.org/drawingml/2006/main">
            <a:pPr algn="l">
              <a:defRPr sz="3975" b="1">
                <a:solidFill>
                  <a:srgbClr val="F4EECF"/>
                </a:solidFill>
                <a:latin typeface="Noto Sans KR"/>
                <a:ea typeface="Noto Sans KR"/>
                <a:cs typeface="Noto Sans KR"/>
              </a:defRPr>
            </a:pPr>
            <a:r>
              <a:rPr sz="3975" b="1">
                <a:solidFill>
                  <a:srgbClr val="F4EECF"/>
                </a:solidFill>
                <a:latin typeface="Noto Sans KR"/>
                <a:ea typeface="Noto Sans KR"/>
                <a:cs typeface="Noto Sans KR"/>
              </a:rPr>
              <a:t>FLY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DB05A1-21A9-4DDA-8338-EDC2FDD8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DDA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ADDADC"/>
                </a:solidFill>
                <a:latin typeface="Noto Sans KR"/>
                <a:ea typeface="Noto Sans KR"/>
                <a:cs typeface="Noto Sans KR"/>
              </a:rPr>
              <a:t>대포를 타고 숲을 건너는</a:t>
            </a:r>
          </a:p>
          <a:p xmlns:a="http://schemas.openxmlformats.org/drawingml/2006/main">
            <a:pPr algn="l">
              <a:defRPr sz="1725" b="1">
                <a:solidFill>
                  <a:srgbClr val="ADDA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ADDADC"/>
                </a:solidFill>
                <a:latin typeface="Noto Sans KR"/>
                <a:ea typeface="Noto Sans KR"/>
                <a:cs typeface="Noto Sans KR"/>
              </a:rPr>
              <a:t>원버튼 액션 퍼즐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5903BB-9BC2-455D-9B73-DC1A0521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71975"/>
            <a:ext cx="2876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C9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4181A-4F6C-4643-88EE-04477240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624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EEC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4EECF"/>
                </a:solidFill>
                <a:latin typeface="Noto Sans KR"/>
                <a:ea typeface="Noto Sans KR"/>
                <a:cs typeface="Noto Sans KR"/>
              </a:rPr>
              <a:t>[학번]  [이름]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6CE44E-8A9E-4AA5-A20F-D1070C8B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150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2C98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E2C983"/>
                </a:solidFill>
                <a:latin typeface="Noto Sans KR"/>
                <a:ea typeface="Noto Sans KR"/>
                <a:cs typeface="Noto Sans KR"/>
              </a:rPr>
              <a:t>프로젝트 1 발표</a:t>
            </a:r>
          </a:p>
        </p:txBody>
      </p:sp>
    </p:spTree>
    <p:extLst>
      <p:ext uri="{BB962C8B-B14F-4D97-AF65-F5344CB8AC3E}">
        <p14:creationId xmlns:p14="http://schemas.microsoft.com/office/powerpoint/2010/main" val="11940313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DEC935-B47C-41E1-847E-FC4EC31E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C52F4-FC09-4D77-A093-7784BA46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C98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E2C98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51E0EF-541C-4792-8524-FFEFAD07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43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EEC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4EECF"/>
                </a:solidFill>
                <a:latin typeface="Noto Sans KR"/>
                <a:ea typeface="Noto Sans KR"/>
                <a:cs typeface="Noto Sans KR"/>
              </a:rPr>
              <a:t>게임 소개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F4AD6-B2FC-4061-8B06-EE1A8CF6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C98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A98A4-8C2A-48A4-B9DC-14F67E73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532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0776B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70776B"/>
                </a:solidFill>
                <a:latin typeface="Noto Sans KR"/>
                <a:ea typeface="Noto Sans KR"/>
                <a:cs typeface="Noto Sans KR"/>
              </a:rPr>
              <a:t>2 /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0A7BF9-8294-4388-BE3F-E844EDF1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71575"/>
            <a:ext cx="48101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F2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2F2A"/>
                </a:solidFill>
                <a:latin typeface="Noto Sans KR"/>
                <a:ea typeface="Noto Sans KR"/>
                <a:cs typeface="Noto Sans KR"/>
              </a:rPr>
              <a:t>회전하는 대포의 방향을 보고</a:t>
            </a:r>
          </a:p>
          <a:p xmlns:a="http://schemas.openxmlformats.org/drawingml/2006/main">
            <a:pPr algn="l">
              <a:defRPr sz="2100" b="1">
                <a:solidFill>
                  <a:srgbClr val="102F2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2F2A"/>
                </a:solidFill>
                <a:latin typeface="Noto Sans KR"/>
                <a:ea typeface="Noto Sans KR"/>
                <a:cs typeface="Noto Sans KR"/>
              </a:rPr>
              <a:t>다음 대포까지 이어서 날아간다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6161CF-4180-4B4E-B1DC-C397863E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66975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955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D9955E"/>
                </a:solidFill>
                <a:latin typeface="Noto Sans KR"/>
                <a:ea typeface="Noto Sans KR"/>
                <a:cs typeface="Noto Sans KR"/>
              </a:rPr>
              <a:t>장르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9F5157-5C26-43B2-8A97-C444DAF5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6697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원버튼 액션 퍼즐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B0BA34-A93E-4746-9A85-1C055ACE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3370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B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FCEF3C-46BF-4320-931C-9C4C6ECC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90875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955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D9955E"/>
                </a:solidFill>
                <a:latin typeface="Noto Sans KR"/>
                <a:ea typeface="Noto Sans KR"/>
                <a:cs typeface="Noto Sans KR"/>
              </a:rPr>
              <a:t>조작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96B39C-1A7F-4EF7-8EA2-2CF0EE34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9087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Space 또는 화면 클릭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415A60-8AB0-42EF-859C-C7A6010A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B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B41B77-1998-466A-A955-9542C69F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14775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955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D9955E"/>
                </a:solidFill>
                <a:latin typeface="Noto Sans KR"/>
                <a:ea typeface="Noto Sans KR"/>
                <a:cs typeface="Noto Sans KR"/>
              </a:rPr>
              <a:t>구성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39B070-D2DF-4BC6-AE74-965106A0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1477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11개 스테이지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C1DAD7-222D-43A1-B1EA-C61E1C08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B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6E98AA-4E53-4335-9BAE-7A88322D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38675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955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D9955E"/>
                </a:solidFill>
                <a:latin typeface="Noto Sans KR"/>
                <a:ea typeface="Noto Sans KR"/>
                <a:cs typeface="Noto Sans KR"/>
              </a:rPr>
              <a:t>목표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E25ADE-C687-420C-8ADF-1028758D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3867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별을 모으고 집에 도착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2CCD66-FF12-49A4-96B4-A6301846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0540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B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B3B360-16D9-4798-9DA9-9A7CB46F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104900"/>
            <a:ext cx="5857875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1B4339"/>
          </a:solidFill>
          <a:ln xmlns:a="http://schemas.openxmlformats.org/drawingml/2006/main" w="0">
            <a:noFill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73dc73138d42f1"/>
          <a:stretch xmlns:a="http://schemas.openxmlformats.org/drawingml/2006/main"/>
        </p:blipFill>
        <p:spPr>
          <a:xfrm xmlns:a="http://schemas.openxmlformats.org/drawingml/2006/main">
            <a:off x="5876925" y="1774627"/>
            <a:ext cx="5629275" cy="351829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923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EB5CCC-8610-4610-8E5C-27C8515E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C98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E2C98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6E5A1-CF92-4527-9446-6357B33A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43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EEC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4EECF"/>
                </a:solidFill>
                <a:latin typeface="Noto Sans KR"/>
                <a:ea typeface="Noto Sans KR"/>
                <a:cs typeface="Noto Sans KR"/>
              </a:rPr>
              <a:t>실제 플레이와 핵심 방식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7134fc8f03419e"/>
          <a:stretch xmlns:a="http://schemas.openxmlformats.org/drawingml/2006/main"/>
        </p:blipFill>
        <p:spPr>
          <a:xfrm xmlns:a="http://schemas.openxmlformats.org/drawingml/2006/main">
            <a:off x="1557867" y="781050"/>
            <a:ext cx="9076267" cy="5105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0E4388-F229-4C5C-B7E9-3726B2A7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029325"/>
            <a:ext cx="238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EEC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4EECF"/>
                </a:solidFill>
                <a:latin typeface="Noto Sans KR"/>
                <a:ea typeface="Noto Sans KR"/>
                <a:cs typeface="Noto Sans KR"/>
              </a:rPr>
              <a:t>1  방향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B1B04-7BD6-401A-9234-DE01FBAC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19125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55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DB32C4-41CB-49EE-BCC3-0B720915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029325"/>
            <a:ext cx="238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2C98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E2C983"/>
                </a:solidFill>
                <a:latin typeface="Noto Sans KR"/>
                <a:ea typeface="Noto Sans KR"/>
                <a:cs typeface="Noto Sans KR"/>
              </a:rPr>
              <a:t>2  Space / 클릭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901B9E-E3A9-4FAE-B26E-78716CCE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19125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55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BDEE45-73D9-4525-A818-FB97A312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029325"/>
            <a:ext cx="238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EEC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4EECF"/>
                </a:solidFill>
                <a:latin typeface="Noto Sans KR"/>
                <a:ea typeface="Noto Sans KR"/>
                <a:cs typeface="Noto Sans KR"/>
              </a:rPr>
              <a:t>3  다음 대포 연결</a:t>
            </a:r>
          </a:p>
        </p:txBody>
      </p:sp>
    </p:spTree>
    <p:extLst>
      <p:ext uri="{BB962C8B-B14F-4D97-AF65-F5344CB8AC3E}">
        <p14:creationId xmlns:p14="http://schemas.microsoft.com/office/powerpoint/2010/main" val="1628435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1D2A15-8CBA-4285-A860-D6ABC899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A74F5-E3C4-49F5-BC8D-EBC3A2E9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C98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E2C98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27B865-52A5-48D9-8F8D-BC0FC676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43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EEC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4EECF"/>
                </a:solidFill>
                <a:latin typeface="Noto Sans KR"/>
                <a:ea typeface="Noto Sans KR"/>
                <a:cs typeface="Noto Sans KR"/>
              </a:rPr>
              <a:t>개발 중 문제와 해결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99B0E-88DC-4B82-A446-404ED054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C98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E4BE7-24D5-4B77-BA1E-EE3B528B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532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0776B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70776B"/>
                </a:solidFill>
                <a:latin typeface="Noto Sans KR"/>
                <a:ea typeface="Noto Sans KR"/>
                <a:cs typeface="Noto Sans KR"/>
              </a:rPr>
              <a:t>4 /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C39187-7375-4BF5-9CC6-0A0FDEC4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447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B665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CB665B"/>
                </a:solidFill>
                <a:latin typeface="Noto Sans KR"/>
                <a:ea typeface="Noto Sans KR"/>
                <a:cs typeface="Noto Sans KR"/>
              </a:rPr>
              <a:t>문제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C531B3-E929-4834-9809-7D65F870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4619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대포는 45° 또는 90°로만 회전하는데</a:t>
            </a:r>
          </a:p>
          <a:p xmlns:a="http://schemas.openxmlformats.org/drawingml/2006/main">
            <a:pPr algn="l">
              <a:defRPr sz="165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다음 대포와 통로가 그 각도에 맞지 않아</a:t>
            </a:r>
          </a:p>
          <a:p xmlns:a="http://schemas.openxmlformats.org/drawingml/2006/main">
            <a:pPr algn="l">
              <a:defRPr sz="165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진행할 수 없는 맵이 생겼다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D27A18-F58C-4FD7-882B-ADD283C8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33775"/>
            <a:ext cx="4714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665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E9D263-74CE-45DC-85FF-CFF8D8DC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9525"/>
            <a:ext cx="440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B665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CB665B"/>
                </a:solidFill>
                <a:latin typeface="Noto Sans KR"/>
                <a:ea typeface="Noto Sans KR"/>
                <a:cs typeface="Noto Sans KR"/>
              </a:rPr>
              <a:t>출발  ●     ╱     ○  다음 대포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21B5A0-A163-4D3D-8B5E-ACC6638B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066800"/>
            <a:ext cx="28575" cy="425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C9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DB0CF7-3709-47B7-B097-6BF6BBB9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152525"/>
            <a:ext cx="447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89A5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789A5C"/>
                </a:solidFill>
                <a:latin typeface="Noto Sans KR"/>
                <a:ea typeface="Noto Sans KR"/>
                <a:cs typeface="Noto Sans KR"/>
              </a:rPr>
              <a:t>해결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28341F-D29C-425D-81CA-DF67CDD2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71650"/>
            <a:ext cx="457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45° / 90° 격자에 대포를 배치하고</a:t>
            </a:r>
          </a:p>
          <a:p xmlns:a="http://schemas.openxmlformats.org/drawingml/2006/main">
            <a:pPr algn="l">
              <a:defRPr sz="165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실제 비행선에 맞춰 통로를 열었다</a:t>
            </a:r>
          </a:p>
          <a:p xmlns:a="http://schemas.openxmlformats.org/drawingml/2006/main">
            <a:pPr algn="l">
              <a:defRPr sz="165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도달 불가능한 맵은 검증기에서 제외했다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326236-098C-4CB9-A974-FC7699CB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33775"/>
            <a:ext cx="4714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A5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25C6AF-0586-478B-A997-6CDDD69E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19525"/>
            <a:ext cx="440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F2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02F2A"/>
                </a:solidFill>
                <a:latin typeface="Noto Sans KR"/>
                <a:ea typeface="Noto Sans KR"/>
                <a:cs typeface="Noto Sans KR"/>
              </a:rPr>
              <a:t>출발  ● ───────── ○  다음 대포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348BF7-605B-4A29-B2E5-112E77A6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66800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4EEC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16D201-DA63-47A4-B517-C000233D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91175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AI는 코드 초안과 검증 보조에 사용했고, 실행 결과를 확인한 뒤 직접 수정했다.</a:t>
            </a:r>
          </a:p>
        </p:txBody>
      </p:sp>
    </p:spTree>
    <p:extLst>
      <p:ext uri="{BB962C8B-B14F-4D97-AF65-F5344CB8AC3E}">
        <p14:creationId xmlns:p14="http://schemas.microsoft.com/office/powerpoint/2010/main" val="10277999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95B575-EE3B-4016-B8FE-AB0841E9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6FB22A-E1D6-4ED9-BF23-8A54103D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C98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E2C983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7CEC13-F1A4-4F81-9816-EC069E0E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43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EEC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4EECF"/>
                </a:solidFill>
                <a:latin typeface="Noto Sans KR"/>
                <a:ea typeface="Noto Sans KR"/>
                <a:cs typeface="Noto Sans KR"/>
              </a:rPr>
              <a:t>결과와 남은 작업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BF18F7-5441-4C14-8FEF-2741A1DC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C98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7A741-8E37-4EE7-9F82-CB572EAA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532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0776B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70776B"/>
                </a:solidFill>
                <a:latin typeface="Noto Sans KR"/>
                <a:ea typeface="Noto Sans KR"/>
                <a:cs typeface="Noto Sans KR"/>
              </a:rPr>
              <a:t>5 /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DBE438-98B8-47C8-9653-220F8334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7086600" cy="4705350"/>
          </a:xfrm>
          <a:prstGeom xmlns:a="http://schemas.openxmlformats.org/drawingml/2006/main" prst="roundRect">
            <a:avLst>
              <a:gd name="adj" fmla="val 1619"/>
            </a:avLst>
          </a:prstGeom>
          <a:solidFill xmlns:a="http://schemas.openxmlformats.org/drawingml/2006/main">
            <a:srgbClr val="1B4339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3f4186fc324644"/>
          <a:srcRect xmlns:a="http://schemas.openxmlformats.org/drawingml/2006/main" l="6915" t="0" r="69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181100"/>
            <a:ext cx="6858000" cy="4476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0B2451-BFA5-48DE-B4BE-5AB9F941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162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89A5C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789A5C"/>
                </a:solidFill>
                <a:latin typeface="Noto Sans KR"/>
                <a:ea typeface="Noto Sans KR"/>
                <a:cs typeface="Noto Sans KR"/>
              </a:rPr>
              <a:t>완료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AD93F3-BA07-4E56-BD00-AF26C8E6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47825"/>
            <a:ext cx="32861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웹 브라우저에서 실행</a:t>
            </a:r>
          </a:p>
          <a:p xmlns:a="http://schemas.openxmlformats.org/drawingml/2006/main">
            <a:pPr algn="l">
              <a:def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11개 스테이지 플레이 가능</a:t>
            </a:r>
          </a:p>
          <a:p xmlns:a="http://schemas.openxmlformats.org/drawingml/2006/main">
            <a:pPr algn="l">
              <a:def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경로와 별 획득 자동 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7F50AA-7D7B-4F3B-9C5C-5B900C9D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9087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955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D9955E"/>
                </a:solidFill>
                <a:latin typeface="Noto Sans KR"/>
                <a:ea typeface="Noto Sans KR"/>
                <a:cs typeface="Noto Sans KR"/>
              </a:rPr>
              <a:t>남은 작업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2AE144-FB19-4761-85F6-E4C38011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76650"/>
            <a:ext cx="32861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공개 URL 배포</a:t>
            </a:r>
          </a:p>
          <a:p xmlns:a="http://schemas.openxmlformats.org/drawingml/2006/main">
            <a:pPr algn="l">
              <a:def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QR 코드 추가</a:t>
            </a:r>
          </a:p>
          <a:p xmlns:a="http://schemas.openxmlformats.org/drawingml/2006/main">
            <a:pPr algn="l">
              <a:def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42E"/>
                </a:solidFill>
                <a:latin typeface="Noto Sans KR"/>
                <a:ea typeface="Noto Sans KR"/>
                <a:cs typeface="Noto Sans KR"/>
              </a:rPr>
              <a:t>실제 플레이어 난이도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BA9FBC-5902-47BC-848F-ABBC8DE7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24450"/>
            <a:ext cx="35052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EECF"/>
          </a:solidFill>
          <a:ln xmlns:a="http://schemas.openxmlformats.org/drawingml/2006/main" w="19050">
            <a:solidFill>
              <a:srgbClr val="E2C98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6BE7EE-6A3C-43BA-BC9A-B0DB3217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5780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0776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0776B"/>
                </a:solidFill>
                <a:latin typeface="Noto Sans KR"/>
                <a:ea typeface="Noto Sans KR"/>
                <a:cs typeface="Noto Sans KR"/>
              </a:rPr>
              <a:t>배포 URL / QR 추가</a:t>
            </a:r>
          </a:p>
        </p:txBody>
      </p:sp>
    </p:spTree>
    <p:extLst>
      <p:ext uri="{BB962C8B-B14F-4D97-AF65-F5344CB8AC3E}">
        <p14:creationId xmlns:p14="http://schemas.microsoft.com/office/powerpoint/2010/main" val="7565847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2026-09-29T03:26:10.4420000Z</dcterms:created>
  <dcterms:modified xsi:type="dcterms:W3CDTF">2026-09-29T03:26:10.4420000Z</dcterms:modified>
</coreProperties>
</file>